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4"/>
  </p:sldMasterIdLst>
  <p:notesMasterIdLst>
    <p:notesMasterId r:id="rId19"/>
  </p:notesMasterIdLst>
  <p:handoutMasterIdLst>
    <p:handoutMasterId r:id="rId20"/>
  </p:handoutMasterIdLst>
  <p:sldIdLst>
    <p:sldId id="270" r:id="rId5"/>
    <p:sldId id="397" r:id="rId6"/>
    <p:sldId id="311" r:id="rId7"/>
    <p:sldId id="284" r:id="rId8"/>
    <p:sldId id="279" r:id="rId9"/>
    <p:sldId id="286" r:id="rId10"/>
    <p:sldId id="403" r:id="rId11"/>
    <p:sldId id="404" r:id="rId12"/>
    <p:sldId id="402" r:id="rId13"/>
    <p:sldId id="280" r:id="rId14"/>
    <p:sldId id="405" r:id="rId15"/>
    <p:sldId id="406" r:id="rId16"/>
    <p:sldId id="281" r:id="rId17"/>
    <p:sldId id="269" r:id="rId18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6F7"/>
    <a:srgbClr val="F7F7F7"/>
    <a:srgbClr val="007DDA"/>
    <a:srgbClr val="00B4F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xmlns="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4/27/2026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766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326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150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697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677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2DB3EA1-DD0C-4B8D-8364-52024B4530F1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502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097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2DB3EA1-DD0C-4B8D-8364-52024B4530F1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728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03/10/2025</a:t>
            </a:r>
            <a:fld id="{4D63035D-22A0-4334-A9AE-2457016C8B47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BD6CD142-9810-6E9E-811F-FBF95DAB13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0410E30-A3EF-7BFE-43CC-85D8B7FDC4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7999891-11D4-E429-CDE9-3DF80CE201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DB733A1D-510F-48B2-3D98-68215649F5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475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03/10/2025</a:t>
            </a:r>
            <a:fld id="{4D63035D-22A0-4334-A9AE-2457016C8B47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C6BD940F-D20B-0BF8-988B-5F547E8260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74561AA-EE8E-A34D-D1B7-BCB6A39A79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69187B6F-DAFE-6F4E-C600-61C125681F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DE069CF5-8226-D57D-93F5-CB79F89435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90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03/10/2025</a:t>
            </a:r>
            <a:fld id="{8A60B404-9532-4DA8-8A40-EC339A5BE635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DD22BDB-6215-B88F-E45B-801DAF5383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3B8FB568-40CA-4614-DF0C-2C6D33DBF8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xmlns="" id="{19509B16-033B-8F64-FFC4-DDE5E8D48D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xmlns="" id="{4A002548-DE85-310F-C8D5-5305547E86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65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03/10/2025</a:t>
            </a:r>
            <a:fld id="{87CFF128-BAC7-4E0D-8F77-28A571D93B6F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smtClean="0"/>
              <a:t>03/10/2025</a:t>
            </a:r>
            <a:fld id="{4D63035D-22A0-4334-A9AE-2457016C8B47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D607E11C-4CFD-0917-7CE5-5FD047FF471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9039689-5195-17C0-4FE6-F7675B1A39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DDAAFA8-C82C-ACA2-4E69-EB7E3BD0DC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92A204AA-E1F0-B3EE-A344-C3874ECEA4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780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03/10/2025</a:t>
            </a:r>
            <a:fld id="{4D63035D-22A0-4334-A9AE-2457016C8B47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D0068B2F-8642-20C6-2DC8-D05334DB3E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D08106B-58A5-8614-7D42-8ACA85436A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74D5EF1-8756-9CD5-58BC-20BC31467CC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F09B8D7D-2466-9642-26D7-DFF380C458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079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879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2DB3EA1-DD0C-4B8D-8364-52024B4530F1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489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3">
            <a:extLst>
              <a:ext uri="{FF2B5EF4-FFF2-40B4-BE49-F238E27FC236}">
                <a16:creationId xmlns:a16="http://schemas.microsoft.com/office/drawing/2014/main" xmlns="" id="{35B62877-1ECE-C895-2628-D702414742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2" y="4575872"/>
            <a:ext cx="2281484" cy="2282128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xmlns="" id="{52BE707F-C731-EA4B-19D9-D329BD4A154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601743" y="1379047"/>
            <a:ext cx="8913982" cy="2508792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1" name="Subtitle 8">
            <a:extLst>
              <a:ext uri="{FF2B5EF4-FFF2-40B4-BE49-F238E27FC236}">
                <a16:creationId xmlns:a16="http://schemas.microsoft.com/office/drawing/2014/main" xmlns="" id="{630C0ABC-2179-00DC-A363-2C8C3064946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601743" y="4136267"/>
            <a:ext cx="8913982" cy="43960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x-none"/>
              <a:t>Click to edit Master subtitle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xmlns="" id="{A1D21C21-739A-A82A-8977-42F691559C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01743" y="5635721"/>
            <a:ext cx="2005584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xmlns="" id="{E7DFF57B-01B8-7AE5-59D6-1EA01068C2ED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281486"/>
            <a:ext cx="2281484" cy="2294867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24">
            <a:extLst>
              <a:ext uri="{FF2B5EF4-FFF2-40B4-BE49-F238E27FC236}">
                <a16:creationId xmlns:a16="http://schemas.microsoft.com/office/drawing/2014/main" xmlns="" id="{60987CD7-1E61-07D2-B179-5524B68E1EE9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9528326" y="4575873"/>
            <a:ext cx="2663674" cy="228212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xmlns="" id="{9E3EDE68-DC03-72CA-8812-032BBE8CDA37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xmlns="" id="{592B5A2C-FD03-F122-C8E4-B6CB4EC4861B}"/>
              </a:ext>
            </a:extLst>
          </p:cNvPr>
          <p:cNvSpPr>
            <a:spLocks noGrp="1"/>
          </p:cNvSpPr>
          <p:nvPr userDrawn="1">
            <p:ph type="ftr" sz="quarter" idx="19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46414389-5BC5-00A3-92BE-5E87E7C9E3BF}"/>
              </a:ext>
            </a:extLst>
          </p:cNvPr>
          <p:cNvSpPr>
            <a:spLocks noGrp="1"/>
          </p:cNvSpPr>
          <p:nvPr userDrawn="1">
            <p:ph type="dt" sz="half" idx="2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xmlns="" id="{B492ADB2-587E-B1A9-AEBC-1F6E07F2E6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0" y="0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3">
            <a:extLst>
              <a:ext uri="{FF2B5EF4-FFF2-40B4-BE49-F238E27FC236}">
                <a16:creationId xmlns:a16="http://schemas.microsoft.com/office/drawing/2014/main" xmlns="" id="{92E441E4-4327-1C3A-4D55-41FD3ECB9B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2281484" y="0"/>
            <a:ext cx="2281484" cy="2294867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952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678F1E9F-8DC0-3F47-3713-0A6BECA4A2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2963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15229F71-3CE4-1A56-A454-B19344890E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xmlns="" id="{12F71417-AF87-8BCD-86C2-D6D8455F67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xmlns="" id="{7EF0D168-760E-3567-B5E3-6EB79B152A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1805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F80ECA0-C9A9-7F6F-DDEE-49117E596C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xmlns="" id="{CB9C6248-FAAF-2686-9707-F8099CFE54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xmlns="" id="{C9235EC0-5363-881D-ECDD-99F8343231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94871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C787FA2C-E603-94B3-BA10-F664570584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xmlns="" id="{7664AE50-9F09-679F-6A2C-FCFE2305B0F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xmlns="" id="{D091BDB1-D06A-F20F-BD0A-FA4BEE12E6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963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34B2A11E-0D27-4D46-A91D-448866797E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xmlns="" id="{ABE6E289-1987-1965-BF2F-9BA862779B9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xmlns="" id="{35A2DADA-11CE-0CFF-67A5-C675A9F797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1805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D89CDCE3-2BC6-3295-3B7D-D64BF96C54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xmlns="" id="{CD76792D-C530-0E2F-8D16-3B89EFFB4FF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xmlns="" id="{436CB067-7239-D038-646D-52E7105AE7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4871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4BA33470-6404-0E70-04B0-CDCAA18D43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xmlns="" id="{068F9459-BC8A-0B9B-0553-20FAA0BDB905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27687739-4F1B-4886-C248-53466C296513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53E59676-000B-23C4-A79E-6F7EF618E4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1D8FF8B4-211F-D599-8942-4CEA19F21D3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8F73199D-15C0-5009-084E-702074F044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xmlns="" id="{0B3DC668-E35A-3B70-A10C-247B5A01BB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303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591D9F7-2AF5-7E15-28CD-C5189318CC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xmlns="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50334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90703BCA-69C2-3D24-7F07-71DD32C3B7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EADD3443-0734-5152-8D04-B2D9411015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F402BE0-455F-CF23-B696-A4F06F4410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13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4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xmlns="" id="{DDD22BDB-6215-B88F-E45B-801DAF5383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xmlns="" id="{3B8FB568-40CA-4614-DF0C-2C6D33DBF8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xmlns="" id="{19509B16-033B-8F64-FFC4-DDE5E8D48D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4A002548-DE85-310F-C8D5-5305547E86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Straight Connector 3">
            <a:extLst>
              <a:ext uri="{FF2B5EF4-FFF2-40B4-BE49-F238E27FC236}">
                <a16:creationId xmlns:a16="http://schemas.microsoft.com/office/drawing/2014/main" xmlns="" id="{F86D542F-38EC-61DB-7AD9-6453D6F0E4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xmlns="" id="{D17BECAB-B66B-0943-7AF6-21611173DC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2">
            <a:extLst>
              <a:ext uri="{FF2B5EF4-FFF2-40B4-BE49-F238E27FC236}">
                <a16:creationId xmlns:a16="http://schemas.microsoft.com/office/drawing/2014/main" xmlns="" id="{D6161399-D3CD-2B6A-7B5A-A173236E9A9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xmlns="" id="{90822DB5-2A32-BB84-BE71-30DA82316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4" name="Straight Connector 3">
            <a:extLst>
              <a:ext uri="{FF2B5EF4-FFF2-40B4-BE49-F238E27FC236}">
                <a16:creationId xmlns:a16="http://schemas.microsoft.com/office/drawing/2014/main" xmlns="" id="{456CED7D-93B5-34BD-84D6-825AD84C44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">
            <a:extLst>
              <a:ext uri="{FF2B5EF4-FFF2-40B4-BE49-F238E27FC236}">
                <a16:creationId xmlns:a16="http://schemas.microsoft.com/office/drawing/2014/main" xmlns="" id="{12B87474-83B0-2583-6BEB-DBB264CC1B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">
            <a:extLst>
              <a:ext uri="{FF2B5EF4-FFF2-40B4-BE49-F238E27FC236}">
                <a16:creationId xmlns:a16="http://schemas.microsoft.com/office/drawing/2014/main" xmlns="" id="{55BFE79B-8E6A-D9C7-8A98-4A21A96FDC4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xmlns="" id="{F5A556EA-CC4F-1770-022A-C73BB2B983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52" name="Straight Connector 3">
            <a:extLst>
              <a:ext uri="{FF2B5EF4-FFF2-40B4-BE49-F238E27FC236}">
                <a16:creationId xmlns:a16="http://schemas.microsoft.com/office/drawing/2014/main" xmlns="" id="{664CF928-1384-68A8-D1B4-8DEB8E0FF2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">
            <a:extLst>
              <a:ext uri="{FF2B5EF4-FFF2-40B4-BE49-F238E27FC236}">
                <a16:creationId xmlns:a16="http://schemas.microsoft.com/office/drawing/2014/main" xmlns="" id="{82427830-33ED-2D71-F1A1-A803CC6A33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2">
            <a:extLst>
              <a:ext uri="{FF2B5EF4-FFF2-40B4-BE49-F238E27FC236}">
                <a16:creationId xmlns:a16="http://schemas.microsoft.com/office/drawing/2014/main" xmlns="" id="{A01FC06B-A087-E474-D4A7-336F08F727D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xmlns="" id="{E6AD28EF-5FD9-495F-E6E5-08E2C0E0B5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8" name="Straight Connector 3">
            <a:extLst>
              <a:ext uri="{FF2B5EF4-FFF2-40B4-BE49-F238E27FC236}">
                <a16:creationId xmlns:a16="http://schemas.microsoft.com/office/drawing/2014/main" xmlns="" id="{94AEDC53-C272-2AB2-5E5D-F72DAB0DD2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">
            <a:extLst>
              <a:ext uri="{FF2B5EF4-FFF2-40B4-BE49-F238E27FC236}">
                <a16:creationId xmlns:a16="http://schemas.microsoft.com/office/drawing/2014/main" xmlns="" id="{055C88A9-A0AC-5C27-5E5E-84D680EBD2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">
            <a:extLst>
              <a:ext uri="{FF2B5EF4-FFF2-40B4-BE49-F238E27FC236}">
                <a16:creationId xmlns:a16="http://schemas.microsoft.com/office/drawing/2014/main" xmlns="" id="{335D000D-A853-BF2A-796C-5BB4089FE15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xmlns="" id="{B774CFC3-0318-B4D5-3562-72284B097D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xmlns="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xmlns="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xmlns="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50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6">
            <a:extLst>
              <a:ext uri="{FF2B5EF4-FFF2-40B4-BE49-F238E27FC236}">
                <a16:creationId xmlns:a16="http://schemas.microsoft.com/office/drawing/2014/main" xmlns="" id="{3CA77268-47A6-DBA8-B49A-089CF0ABA5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693482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457AE0FC-167D-DCD4-7E90-08F6C5CF5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348000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xmlns="" id="{6CB3C578-3B25-DE12-0521-367F4E7212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H="1" flipV="1">
            <a:off x="6007099" y="673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xmlns="" id="{E81BD741-F30D-3EC0-3E21-FE8EDC56FE9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B78CB1F1-43DC-84A2-DB38-42CED8A6D0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xmlns="" id="{13D9D504-F065-099D-DFC5-03AAFA58A1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xmlns="" id="{6DFB1812-ACA6-4DC3-03F0-C2E6122DF0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">
            <a:extLst>
              <a:ext uri="{FF2B5EF4-FFF2-40B4-BE49-F238E27FC236}">
                <a16:creationId xmlns:a16="http://schemas.microsoft.com/office/drawing/2014/main" xmlns="" id="{03BC5B12-08AC-2BFA-4EDD-13EA2E2980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4">
            <a:extLst>
              <a:ext uri="{FF2B5EF4-FFF2-40B4-BE49-F238E27FC236}">
                <a16:creationId xmlns:a16="http://schemas.microsoft.com/office/drawing/2014/main" xmlns="" id="{A93A9BBB-A674-5564-A878-E3CA286CAE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27F44296-638D-5B08-2F89-F8907F3138E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xmlns="" id="{25EBA686-575C-E191-F98A-C0EBBA4F5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xmlns="" id="{147DF147-0973-9BC0-59E9-EA9637F0FED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xmlns="" id="{BC0FA2C4-2DCC-57D2-A4A8-C0E7A91A23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26F9B4D9-EE44-B302-2788-6E680765993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3067" y="2691208"/>
            <a:ext cx="6196604" cy="3331705"/>
          </a:xfrm>
          <a:custGeom>
            <a:avLst/>
            <a:gdLst>
              <a:gd name="connsiteX0" fmla="*/ 0 w 6196604"/>
              <a:gd name="connsiteY0" fmla="*/ 0 h 3331705"/>
              <a:gd name="connsiteX1" fmla="*/ 6196604 w 6196604"/>
              <a:gd name="connsiteY1" fmla="*/ 0 h 3331705"/>
              <a:gd name="connsiteX2" fmla="*/ 6196604 w 6196604"/>
              <a:gd name="connsiteY2" fmla="*/ 3331705 h 3331705"/>
              <a:gd name="connsiteX3" fmla="*/ 0 w 6196604"/>
              <a:gd name="connsiteY3" fmla="*/ 3331705 h 3331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6604" h="3331705">
                <a:moveTo>
                  <a:pt x="0" y="0"/>
                </a:moveTo>
                <a:lnTo>
                  <a:pt x="6196604" y="0"/>
                </a:lnTo>
                <a:lnTo>
                  <a:pt x="6196604" y="3331705"/>
                </a:lnTo>
                <a:lnTo>
                  <a:pt x="0" y="333170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xmlns="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xmlns="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xmlns="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25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5537B8F7-E751-7CEB-6DD9-B42C2FD723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910511" y="4576513"/>
            <a:ext cx="2281488" cy="22814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xmlns="" id="{F57799BE-E2E8-5386-4E50-78667C4C3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085" y="355600"/>
            <a:ext cx="8201660" cy="2837603"/>
          </a:xfrm>
        </p:spPr>
        <p:txBody>
          <a:bodyPr lIns="0" tIns="0" rIns="0" bIns="0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9" name="Subtitle 9">
            <a:extLst>
              <a:ext uri="{FF2B5EF4-FFF2-40B4-BE49-F238E27FC236}">
                <a16:creationId xmlns:a16="http://schemas.microsoft.com/office/drawing/2014/main" xmlns="" id="{2C3C4BD9-EA24-4419-395F-2ED13A1305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8085" y="3465211"/>
            <a:ext cx="6982460" cy="110072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x-none"/>
              <a:t>Clikc to edit Master subtitle style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xmlns="" id="{5B1E7BAB-714E-16DE-838B-DD3C9444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0300E782-589F-8882-4679-6D4626FE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96AEB95B-6A8F-4EAD-1687-68BF0E2A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: Shape 1">
            <a:extLst>
              <a:ext uri="{FF2B5EF4-FFF2-40B4-BE49-F238E27FC236}">
                <a16:creationId xmlns:a16="http://schemas.microsoft.com/office/drawing/2014/main" xmlns="" id="{76378701-6465-5DA7-D893-B28EDACEEB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H="1" flipV="1">
            <a:off x="9910513" y="2284786"/>
            <a:ext cx="2281487" cy="2291727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xmlns="" id="{0A5B844E-3667-B2D2-8C28-BCDE9C01DC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910514" y="0"/>
            <a:ext cx="2281486" cy="22814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2809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305CB43-6584-B990-A6AF-D56EDAC943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4576513"/>
            <a:ext cx="2281488" cy="22814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7F36D05A-80E9-C912-631C-020FB6C7B7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4065" y="355600"/>
            <a:ext cx="8201660" cy="2837603"/>
          </a:xfrm>
        </p:spPr>
        <p:txBody>
          <a:bodyPr lIns="0" tIns="0" rIns="0" bIns="0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xmlns="" id="{431E9181-3767-0683-848A-A04AD81103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3265" y="3429000"/>
            <a:ext cx="6982460" cy="1100727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x-none"/>
              <a:t>Clikc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xmlns="" id="{D5F2E121-23DB-EE92-5A6F-9C14E579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991E89D-E6E4-4258-C5B2-951DE629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63B216FA-3264-2E8A-CB95-2A77936F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757C57ED-577F-5153-1162-EAF7FD3334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2281486" cy="22814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xmlns="" id="{5ABEA6E9-B107-316F-C7B8-6EAC137922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V="1">
            <a:off x="-1" y="2284786"/>
            <a:ext cx="2281487" cy="2291727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5634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1E718A0D-D1A5-F3AB-2E4B-7E5B6D164A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910514" y="4576513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7064545F-B4D6-7EA6-DF60-737E0CDF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5126" y="430370"/>
            <a:ext cx="4323773" cy="3990831"/>
          </a:xfrm>
        </p:spPr>
        <p:txBody>
          <a:bodyPr anchor="ctr">
            <a:no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 descr="A man in a suit is looking at a smartphone.">
            <a:extLst>
              <a:ext uri="{FF2B5EF4-FFF2-40B4-BE49-F238E27FC236}">
                <a16:creationId xmlns:a16="http://schemas.microsoft.com/office/drawing/2014/main" xmlns="" id="{045934CC-3871-932C-71A1-C590767CEC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858625" cy="6858000"/>
          </a:xfrm>
          <a:custGeom>
            <a:avLst/>
            <a:gdLst>
              <a:gd name="connsiteX0" fmla="*/ 0 w 9858625"/>
              <a:gd name="connsiteY0" fmla="*/ 0 h 6858000"/>
              <a:gd name="connsiteX1" fmla="*/ 2961362 w 9858625"/>
              <a:gd name="connsiteY1" fmla="*/ 0 h 6858000"/>
              <a:gd name="connsiteX2" fmla="*/ 8737073 w 9858625"/>
              <a:gd name="connsiteY2" fmla="*/ 5742833 h 6858000"/>
              <a:gd name="connsiteX3" fmla="*/ 7615524 w 9858625"/>
              <a:gd name="connsiteY3" fmla="*/ 6857997 h 6858000"/>
              <a:gd name="connsiteX4" fmla="*/ 9858622 w 9858625"/>
              <a:gd name="connsiteY4" fmla="*/ 6857997 h 6858000"/>
              <a:gd name="connsiteX5" fmla="*/ 9858625 w 9858625"/>
              <a:gd name="connsiteY5" fmla="*/ 6858000 h 6858000"/>
              <a:gd name="connsiteX6" fmla="*/ 0 w 98586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58625" h="6858000">
                <a:moveTo>
                  <a:pt x="0" y="0"/>
                </a:moveTo>
                <a:lnTo>
                  <a:pt x="2961362" y="0"/>
                </a:lnTo>
                <a:lnTo>
                  <a:pt x="8737073" y="5742833"/>
                </a:lnTo>
                <a:lnTo>
                  <a:pt x="7615524" y="6857997"/>
                </a:lnTo>
                <a:lnTo>
                  <a:pt x="9858622" y="6857997"/>
                </a:lnTo>
                <a:lnTo>
                  <a:pt x="985862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01502E5-2DFC-DF77-C335-F8BB163D1B02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84F7829B-847B-82B9-DC04-43F2A9DA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xmlns="" id="{5C44EE9F-3C07-B885-75F7-2EF19AE63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xmlns="" id="{8B7B7E86-F28E-485C-35D7-E051E0B872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7617238" y="4569982"/>
            <a:ext cx="2281484" cy="229454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0480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:a16="http://schemas.microsoft.com/office/drawing/2014/main" xmlns="" id="{DEDFF660-44B9-7885-5DCC-4C9555F832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122840" y="3949841"/>
            <a:ext cx="2069156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548642"/>
            <a:ext cx="7342974" cy="3635797"/>
          </a:xfrm>
        </p:spPr>
        <p:txBody>
          <a:bodyPr lIns="0" tIns="0" rIns="0" bIns="0"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2248" y="4473553"/>
            <a:ext cx="6534481" cy="1545336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xmlns="" id="{B7BA9381-262A-B17F-46F5-9F3C97BC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248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5ABCDF71-65BF-6C49-105D-D348EF41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C8F2AA5-D3F6-DAFA-E665-DEFCE26A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reeform: Shape 3">
            <a:extLst>
              <a:ext uri="{FF2B5EF4-FFF2-40B4-BE49-F238E27FC236}">
                <a16:creationId xmlns:a16="http://schemas.microsoft.com/office/drawing/2014/main" xmlns="" id="{FA1FE77D-9B4D-B4FC-88E1-9ED84E9823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54C3941-2FC1-3C96-F1CD-DAD18E8BF9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122846" y="188068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xmlns="" id="{926EEB0A-F27C-6546-05A8-C0556777DF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8153560" y="4795948"/>
            <a:ext cx="1969280" cy="2069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DC80570A-A447-B5FC-F358-DE1603621B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248" y="6054512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52957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>
            <a:extLst>
              <a:ext uri="{FF2B5EF4-FFF2-40B4-BE49-F238E27FC236}">
                <a16:creationId xmlns:a16="http://schemas.microsoft.com/office/drawing/2014/main" xmlns="" id="{EBD2A05F-7D97-AC92-8751-B2038D22C7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122840" y="3949841"/>
            <a:ext cx="2069156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854239"/>
            <a:ext cx="7833895" cy="3592629"/>
          </a:xfrm>
        </p:spPr>
        <p:txBody>
          <a:bodyPr lIns="0" tIns="0" rIns="0"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17138"/>
            <a:ext cx="7376609" cy="1014984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xmlns="" id="{A3A9F20F-0C3A-1397-9D15-E8FAB1915A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D1D99E05-D2CE-BA6C-1B55-023B8157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B17487FF-71BE-78AA-BA49-FBF87B6E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xmlns="" id="{D4F49636-34EE-9DB1-7F2D-70300BC4B5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122846" y="188068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3">
            <a:extLst>
              <a:ext uri="{FF2B5EF4-FFF2-40B4-BE49-F238E27FC236}">
                <a16:creationId xmlns:a16="http://schemas.microsoft.com/office/drawing/2014/main" xmlns="" id="{5EC4A581-A833-A254-3039-BDBCA788BC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xmlns="" id="{9FFED0BB-EF13-651B-6B3F-61EAF5473C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8153560" y="4795948"/>
            <a:ext cx="1969280" cy="2069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xmlns="" id="{04CA4762-63F5-8110-8D25-0FE369BADE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225" y="5684986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6764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13">
            <a:extLst>
              <a:ext uri="{FF2B5EF4-FFF2-40B4-BE49-F238E27FC236}">
                <a16:creationId xmlns:a16="http://schemas.microsoft.com/office/drawing/2014/main" xmlns="" id="{9A6F5649-82E9-4EB0-F4A3-CEB7F51980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122846" y="478884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xmlns="" id="{13732C8E-A89F-3C9F-4630-F690E7E98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5631" y="3949841"/>
            <a:ext cx="1805555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9924" y="1318302"/>
            <a:ext cx="8592152" cy="2621154"/>
          </a:xfrm>
        </p:spPr>
        <p:txBody>
          <a:bodyPr lIns="0" tIns="0" rIns="0"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01923" y="4039647"/>
            <a:ext cx="7588155" cy="141409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C9A64E4D-5F8D-89DE-6750-9DB3E892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xmlns="" id="{1AF7A5D5-9D2E-55B0-B6EC-4B52019A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xmlns="" id="{0C486168-ACCE-2B30-5AA9-299E5A43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7" name="Freeform: Shape 3">
            <a:extLst>
              <a:ext uri="{FF2B5EF4-FFF2-40B4-BE49-F238E27FC236}">
                <a16:creationId xmlns:a16="http://schemas.microsoft.com/office/drawing/2014/main" xmlns="" id="{E4CDDEFC-E3FC-1135-8E92-3A076889EE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xmlns="" id="{CB53BEE4-B0F1-21AC-C432-CD02ED9777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799924" y="5630779"/>
            <a:ext cx="1969280" cy="1234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xmlns="" id="{7F6DD921-0CB1-DD3B-05FF-590B8632B8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63082" y="5504202"/>
            <a:ext cx="2465836" cy="314757"/>
          </a:xfrm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3574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xmlns="" id="{8E620CC0-DC30-91C7-8486-4145213E0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5615" y="3538558"/>
            <a:ext cx="11418925" cy="151499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7" name="Subtitle 8">
            <a:extLst>
              <a:ext uri="{FF2B5EF4-FFF2-40B4-BE49-F238E27FC236}">
                <a16:creationId xmlns:a16="http://schemas.microsoft.com/office/drawing/2014/main" xmlns="" id="{DD16B2CF-CBE4-0CAA-4D1A-87BA8323347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65616" y="5136147"/>
            <a:ext cx="11418926" cy="99319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x-none"/>
              <a:t>Click to edit Master subtitle style</a:t>
            </a:r>
          </a:p>
        </p:txBody>
      </p:sp>
      <p:sp>
        <p:nvSpPr>
          <p:cNvPr id="9" name="Picture Placeholder 20" descr="A hand holding a pen is writing on an open blank notebook.">
            <a:extLst>
              <a:ext uri="{FF2B5EF4-FFF2-40B4-BE49-F238E27FC236}">
                <a16:creationId xmlns:a16="http://schemas.microsoft.com/office/drawing/2014/main" xmlns="" id="{DEC0C38B-6B43-AD26-4095-760B8B70DC16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-1" y="1912129"/>
            <a:ext cx="1925575" cy="1530062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Picture Placeholder 24" descr="A modern, multi-story glass office building with a clear blue sky in the background.">
            <a:extLst>
              <a:ext uri="{FF2B5EF4-FFF2-40B4-BE49-F238E27FC236}">
                <a16:creationId xmlns:a16="http://schemas.microsoft.com/office/drawing/2014/main" xmlns="" id="{1BB82094-7EB6-EC6F-84DC-9D44135FA43B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944486" y="-4"/>
            <a:ext cx="2247514" cy="1925578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1D6268BB-B547-A20C-3B9E-187F14FE0C14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C9EC6F98-8B99-D984-46BE-AB3745B39CF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xmlns="" id="{BC6EC5DF-3303-F1EE-3D99-530E70BC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3">
            <a:extLst>
              <a:ext uri="{FF2B5EF4-FFF2-40B4-BE49-F238E27FC236}">
                <a16:creationId xmlns:a16="http://schemas.microsoft.com/office/drawing/2014/main" xmlns="" id="{AAFE7D64-F404-CB16-B1A6-2632D9817A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10716025" y="1925895"/>
            <a:ext cx="1496841" cy="1543709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xmlns="" id="{00AEDDFB-A768-7BB7-5203-76DF807E10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0" y="-1"/>
            <a:ext cx="1925576" cy="19255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2B22C943-07E1-D41A-22B9-A7C40FF5C3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925574" y="0"/>
            <a:ext cx="2041601" cy="189392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A3AD1606-3704-1AD8-6FD1-CC0ED9964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1053" y="3127434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82877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3">
            <a:extLst>
              <a:ext uri="{FF2B5EF4-FFF2-40B4-BE49-F238E27FC236}">
                <a16:creationId xmlns:a16="http://schemas.microsoft.com/office/drawing/2014/main" xmlns="" id="{57C928DF-3B7B-6F49-CF7D-FDEF5C3A95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910516" y="4588452"/>
            <a:ext cx="2281484" cy="2269548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xmlns="" id="{86E48CD5-347B-4324-FD33-02D324DDB57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67305" y="1379047"/>
            <a:ext cx="8913982" cy="2508792"/>
          </a:xfrm>
        </p:spPr>
        <p:txBody>
          <a:bodyPr lIns="0" tIns="0" rIns="0" bIns="0">
            <a:noAutofit/>
          </a:bodyPr>
          <a:lstStyle>
            <a:lvl1pPr algn="r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4" name="Subtitle 8">
            <a:extLst>
              <a:ext uri="{FF2B5EF4-FFF2-40B4-BE49-F238E27FC236}">
                <a16:creationId xmlns:a16="http://schemas.microsoft.com/office/drawing/2014/main" xmlns="" id="{5153DC17-0242-8E4C-6962-ED318C76B7A4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67305" y="4136267"/>
            <a:ext cx="8913982" cy="439606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x-none"/>
              <a:t>Click to edit Master subtitle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xmlns="" id="{9DED0A95-69FB-B981-619F-C8F0BD1FF7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75703" y="5712286"/>
            <a:ext cx="2005584" cy="314757"/>
          </a:xfrm>
        </p:spPr>
        <p:txBody>
          <a:bodyPr>
            <a:normAutofit/>
          </a:bodyPr>
          <a:lstStyle>
            <a:lvl1pPr algn="r"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  <p:sp>
        <p:nvSpPr>
          <p:cNvPr id="15" name="Picture Placeholder 24" descr="A modern, multi-story glass office building with a clear blue sky in the background.">
            <a:extLst>
              <a:ext uri="{FF2B5EF4-FFF2-40B4-BE49-F238E27FC236}">
                <a16:creationId xmlns:a16="http://schemas.microsoft.com/office/drawing/2014/main" xmlns="" id="{CEF89FC2-74BC-6AFF-62E2-5E5247C9456F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4575873"/>
            <a:ext cx="2663674" cy="228212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0" name="Picture Placeholder 20" descr="A hand holding a pen is writing on an open blank notebook.">
            <a:extLst>
              <a:ext uri="{FF2B5EF4-FFF2-40B4-BE49-F238E27FC236}">
                <a16:creationId xmlns:a16="http://schemas.microsoft.com/office/drawing/2014/main" xmlns="" id="{DF4643A0-B24C-4527-7AF0-464401E07B6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10516" y="2294226"/>
            <a:ext cx="2281484" cy="2282127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D3B675A4-D9B6-583C-33B5-791287E060B8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3C062E25-7E66-344C-A3E5-A5CE410A745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xmlns="" id="{40A8CDE8-23F5-5E35-E043-E2792B37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xmlns="" id="{13F359CB-6E7F-AB72-12C6-FE1FA423F3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9910514" y="0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6F10E236-0BF6-76AD-46AB-3DCC71CA33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627425" y="640"/>
            <a:ext cx="2281484" cy="2281487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0821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1">
            <a:extLst>
              <a:ext uri="{FF2B5EF4-FFF2-40B4-BE49-F238E27FC236}">
                <a16:creationId xmlns:a16="http://schemas.microsoft.com/office/drawing/2014/main" xmlns="" id="{C9D17E65-B7F6-BBA0-5C0A-13E21E39A3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7693132" y="2338938"/>
            <a:ext cx="4498868" cy="4519061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ECA2531A-F5B4-E8B8-D412-65D3B1F3330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4899756"/>
            <a:ext cx="1958243" cy="19582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xmlns="" id="{CE797FB8-5B85-3C23-4767-E540B7810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5170" y="355600"/>
            <a:ext cx="8201660" cy="2837603"/>
          </a:xfrm>
        </p:spPr>
        <p:txBody>
          <a:bodyPr lIns="0" tIns="0" rIns="0" bIns="0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2" name="Subtitle 9">
            <a:extLst>
              <a:ext uri="{FF2B5EF4-FFF2-40B4-BE49-F238E27FC236}">
                <a16:creationId xmlns:a16="http://schemas.microsoft.com/office/drawing/2014/main" xmlns="" id="{D5D77306-9032-C768-9BC4-5AB9875D5F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4770" y="3475786"/>
            <a:ext cx="6982460" cy="1100727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x-none"/>
              <a:t>Clikc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xmlns="" id="{BDE02714-7C27-8D41-51B3-A9C407DB9B4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CDA94B75-E618-5656-FC34-228692F1BC8F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7827BC14-D194-8A9A-DE2E-F8CA4D63521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xmlns="" id="{86971F90-0FB8-A46A-78E4-2016819D6C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2935704"/>
            <a:ext cx="1958241" cy="1958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8216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CE94A473-0E2F-855B-9BE9-646566F82A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D11F1861-7394-91D1-3FB3-1C63CAD6CD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944FA9C6-3F37-9A7B-AE46-A7F9491807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EE6E05E-CA4A-59B6-994A-26ED66D7F7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Straight Connector 96">
            <a:extLst>
              <a:ext uri="{FF2B5EF4-FFF2-40B4-BE49-F238E27FC236}">
                <a16:creationId xmlns:a16="http://schemas.microsoft.com/office/drawing/2014/main" xmlns="" id="{E6848015-40FC-D2CF-56EF-7B2B82A9A6A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3796497" y="3046308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9">
            <a:extLst>
              <a:ext uri="{FF2B5EF4-FFF2-40B4-BE49-F238E27FC236}">
                <a16:creationId xmlns:a16="http://schemas.microsoft.com/office/drawing/2014/main" xmlns="" id="{172BA788-1AE9-2B5A-C0B2-C16236F3A34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7577417" y="3046308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xmlns="" id="{D0B09B15-3563-712C-6E2E-C89B5AF820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3796497" y="4940429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1">
            <a:extLst>
              <a:ext uri="{FF2B5EF4-FFF2-40B4-BE49-F238E27FC236}">
                <a16:creationId xmlns:a16="http://schemas.microsoft.com/office/drawing/2014/main" xmlns="" id="{44CF4C88-92DD-301D-210A-6C1B202D75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7577417" y="4940429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10504000" cy="140893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88715CCF-7A7B-5AAC-D071-DE008B249E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96496" y="2489255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xmlns="" id="{DA9011B5-6D01-3AF0-99E4-6A004B6CA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6496" y="3128981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xmlns="" id="{59ABDEC3-4BEB-A518-046E-129B7D9E25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77416" y="2488552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xmlns="" id="{34B40045-4DCE-76DA-58AD-223A1C0191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77416" y="3128981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xmlns="" id="{F33B2306-2357-FD4D-9A71-A8DD1010DE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496" y="4384085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3" name="Text Placeholder 9">
            <a:extLst>
              <a:ext uri="{FF2B5EF4-FFF2-40B4-BE49-F238E27FC236}">
                <a16:creationId xmlns:a16="http://schemas.microsoft.com/office/drawing/2014/main" xmlns="" id="{E04F7AE4-DD5E-CA7A-FB08-B802AEDD04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6496" y="5043769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xmlns="" id="{9515354B-8178-69A7-B299-C539A6E3E8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77416" y="4383382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xmlns="" id="{E2E62BAE-F951-3097-780E-D7E06FD341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77416" y="5043769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xmlns="" id="{89B8E453-8C8A-F7A4-D77C-765B9466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34830229-14EC-08ED-D66A-130B5046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4766673F-B093-E7D5-C076-5AEF4118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256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CE94A473-0E2F-855B-9BE9-646566F82A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D11F1861-7394-91D1-3FB3-1C63CAD6CD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10504000" cy="140893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xmlns="" id="{65C0DFC7-33FF-AA73-3FFC-C978E3721F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00425" y="2429164"/>
            <a:ext cx="7947574" cy="3435927"/>
          </a:xfrm>
        </p:spPr>
        <p:txBody>
          <a:bodyPr lIns="0" tIns="0" rIns="0" bIns="0"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xmlns="" id="{89B8E453-8C8A-F7A4-D77C-765B9466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34830229-14EC-08ED-D66A-130B5046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4766673F-B093-E7D5-C076-5AEF4118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944FA9C6-3F37-9A7B-AE46-A7F9491807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EE6E05E-CA4A-59B6-994A-26ED66D7F7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0393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5FCF6D2-D22A-3276-796E-755059E350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7F380B01-FB3F-7DD6-224D-B483747E33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xmlns="" id="{D003242D-37DC-762E-1EA1-8B102E5213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3999" y="1486438"/>
            <a:ext cx="10504000" cy="4378654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xmlns="" id="{AE62007A-8538-D139-3C5B-8FB01733924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C395DC02-FAD1-051C-FC0A-4556D73CA22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F529D71B-FE0E-CC62-38E3-7279774AA93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C676AF1C-25E0-EBF0-0B1D-FA5F7D7702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60E189A-D955-6A7F-2779-ED5B5EB97B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6433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xmlns="" id="{9C39C3C5-BCCF-9F66-0E64-6811D986BB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8799" y="407712"/>
            <a:ext cx="11554400" cy="582798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B11C69CE-4771-4BFA-AD70-0E51ABA58D6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42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5622" y="914399"/>
            <a:ext cx="9900753" cy="1358269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xmlns="" id="{B85B9BDD-2F0E-42F1-CE42-7711FBBB94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5621" y="2636196"/>
            <a:ext cx="9900753" cy="322889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xmlns="" id="{31AE7160-8A18-8762-67F8-C71E839B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E62296B3-7CBF-6881-5581-81D52C0F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F8346D7C-F120-5968-2FC4-2F9B5BC6D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Oval 6">
            <a:extLst>
              <a:ext uri="{FF2B5EF4-FFF2-40B4-BE49-F238E27FC236}">
                <a16:creationId xmlns:a16="http://schemas.microsoft.com/office/drawing/2014/main" xmlns="" id="{FEAE54C9-349B-EEFD-01BA-52EF837ACA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844000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xmlns="" id="{D9433BDD-AE57-6F96-8693-7E2D491ACC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189482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xmlns="" id="{269FA094-1A8C-FF3E-020B-BE5688AA46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2421861" y="4258339"/>
            <a:ext cx="177800" cy="50215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8522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xmlns="" id="{C261A18B-C79C-B070-5D41-0CBA01FD2C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7352" y="2258568"/>
            <a:ext cx="5839022" cy="355701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258B73AF-3955-4569-8B4F-B329360A9CB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A1F1CCA-5801-CC5B-119A-E3E19DD49D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6352978" y="0"/>
            <a:ext cx="5839022" cy="17632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BEE657D3-93D0-4FB1-972C-646B605C4BF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3452077" y="0"/>
            <a:ext cx="2435651" cy="1763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F7AA8180-1A53-234B-8CF6-65ADAA09EF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684284" y="-7034"/>
            <a:ext cx="1767791" cy="17677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1F94D7B-5469-B664-C915-DE6AC38BB4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-4543"/>
            <a:ext cx="1675844" cy="1767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21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C3C5CADB-99AC-488A-7133-10E5DE7651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A203006B-749F-4FAF-D572-3B107413BE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2A7C7037-357A-DAC2-8D07-004BB2804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xmlns="" id="{E95E211B-A490-5F92-9B2C-FEF3E25CE7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1847" y="831918"/>
            <a:ext cx="5754527" cy="273813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xmlns="" id="{53C0C011-1233-FC56-AA5C-DF88FB24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BCEB22DD-F16F-C3EB-5439-20C05A9D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C49AAE25-EEAC-AF75-FC81-21BC617D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B3286C62-1802-4E61-4D00-A502D95767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3643DA6-886C-DE80-B92C-E26740EAFE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806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CB9DAA1-B1FD-3717-3F96-795C852E73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4965959E-D3BE-3B35-72E6-EE1774256C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xmlns="" id="{00DD584D-65FC-A106-C28D-A6D3A6A06A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43209" y="877456"/>
            <a:ext cx="5803165" cy="4987636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xmlns="" id="{2C749CC8-6079-025A-0476-7D1E02235F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BB622798-A9D5-13A8-E6EB-283FF564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178BA8E0-712A-77CA-9713-4F206AB0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A2F44F8D-8952-05F9-99FA-D64FD2F50F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FB60CB7-7D69-80F4-AE1F-366A7F0A26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1520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1105965-4EE5-E185-7666-27A5E5F115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6308540A-D298-C62B-CC21-BC7C6B5F73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xmlns="" id="{A93AF98B-99CB-F2D7-B247-51CE41CD41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3907" y="831918"/>
            <a:ext cx="6542468" cy="51941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xmlns="" id="{A0F4DE3C-88B6-381C-78FC-8F935A23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C5AFEEB4-7A81-9408-C4EF-D8AD90FF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5F48F71D-8479-0A54-8684-3F60D22DB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16816AA6-A60B-C6E1-2885-EB6E2B1FFB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760E10A-DF0B-1339-7826-107A95CC17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213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C489336-0C23-2A47-DB03-CA00009C60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E8A6D03D-AABD-4AB3-9E1E-4DF31BB853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xmlns="" id="{3C13A46E-F797-1C4C-30CB-A1D1CF1DE3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87669" y="2149812"/>
            <a:ext cx="6241267" cy="387626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7669" y="831919"/>
            <a:ext cx="6241267" cy="114300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xmlns="" id="{007DB0D8-36F3-541C-5D5B-BE7F00E8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xmlns="" id="{329D90C1-EB79-260E-06B5-66A03CAE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xmlns="" id="{D2A9EC63-48AA-37EC-23B0-6B17D3236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F4D911F7-7994-03E9-8128-10F10F99F5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1B32CED-CF03-686F-9EA0-80AD67E6EB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531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9DA9BE4-08A4-4088-DC5B-3F23F0E302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51F93313-9B95-1A0F-3166-8AA3A63DFC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47548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xmlns="" id="{9B6ED53D-AC89-453B-A25B-CC64DA3F215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7880" y="2149812"/>
            <a:ext cx="6135624" cy="387626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879" y="831919"/>
            <a:ext cx="6135624" cy="114300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xmlns="" id="{AA8B19BB-10BD-EE0C-B647-96D5DC2386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xmlns="" id="{194587B9-3271-1DBD-D567-666B86C3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xmlns="" id="{514ABFF7-DC89-EED7-524C-B586DAD1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5241CE73-4958-1726-C9B4-B1B2394278C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F202D8C-E98F-7728-52D1-B44C8EB257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7314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BC20976-8E96-EA29-B265-5660CEC8E2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201513C9-9EF0-A484-2C49-5EE294C481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0000" y="825622"/>
            <a:ext cx="6858000" cy="93268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xmlns="" id="{2F6F66EE-0D34-BF84-840D-5515C61DE45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90001" y="1974715"/>
            <a:ext cx="6838936" cy="4051365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xmlns="" id="{20C2E4E4-F31A-5808-A175-A469DDB1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xmlns="" id="{482603C5-7507-EB69-733F-4C701FC00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xmlns="" id="{A0D4AA14-0EE9-A172-CD3A-EBE8A6A7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92D8354F-0577-6A30-7505-8930D0CF8E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6112CC8-70AC-3C75-6385-1A2C0FE275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831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7DC58E5-8B31-563D-65CE-5CB78BABC5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34FC30D6-2036-A49D-2D87-79BB698CFE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5C6104E6-797D-DE61-EBFD-7BF0502BC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25622"/>
            <a:ext cx="6858000" cy="93268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xmlns="" id="{70DCF516-124A-7A64-68B6-4E53B51558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1964987"/>
            <a:ext cx="6858000" cy="4061093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xmlns="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xmlns="" id="{59F9DDC1-0F34-0AE1-3EEE-1E60892D8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xmlns="" id="{EBEBE2F7-AEE1-67CD-3C02-A67FE886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xmlns="" id="{9C7317C0-3EE4-FD5D-3CC9-DB7DEBCF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xmlns="" id="{AD8B416C-0540-7EBC-ACDF-ABEFD1F3EC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A909623-94DE-B2B1-C6C6-D617C3FA2E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4927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780E457-D284-8068-957F-D85B00F3FC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7C48C225-FAD4-92C8-17A3-928B4B0894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B0E64AB3-51D9-9992-E51A-78ADA62E2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xmlns="" id="{5C4894AA-FFFC-1F6C-8D9F-E941F8EBE6E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60901"/>
            <a:ext cx="4361689" cy="346517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xmlns="" id="{992B4E0B-09D2-1770-AF0A-79593CF5C0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xmlns="" id="{767B0CE1-4683-787E-7E78-385D3963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xmlns="" id="{1FC3404C-1D8E-1568-8A3A-54E59FB1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xmlns="" id="{3EB56144-4670-1B58-E7A7-D1422FD2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xmlns="" id="{D65FCF90-9957-3ECF-3797-C2D9FEE25C9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CE1DC3D-3F35-8AEA-04FB-01F83E254A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536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9143B539-8924-C0B8-CCA7-34D998DFBE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994CABF7-7146-2440-C062-A7A27E048F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xmlns="" id="{0D6E1E71-0B89-05C8-E774-C2A7B85E94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25064" y="1926077"/>
            <a:ext cx="4503872" cy="4100003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xmlns="" id="{874D5977-75E4-C67F-7EED-E31BDE0F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xmlns="" id="{627033D7-64E7-A801-F814-EFB76960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xmlns="" id="{B84A8F00-1CC3-8925-1509-3B5E9754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3C7AEE2D-FC46-D9E4-9B50-387B4FD567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DD62481-A06C-5002-BF7F-77030C50D3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7047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73C539E-0623-5929-BCEC-D78603191F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DE87B982-FFFC-A392-9770-4B6E1013F5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454081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xmlns="" id="{12B2705C-C73D-683F-26BE-4A73BC9A33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491" y="2461098"/>
            <a:ext cx="4571999" cy="356498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xmlns="" id="{16AE17EA-5DE5-8855-1E1E-385F234B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xmlns="" id="{E2416C41-9ADB-1026-364B-9B1691E4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xmlns="" id="{188799B5-E673-DEC7-3C2D-136D8423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4E82FBAA-97D8-63A0-17D5-F9253ABE61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A3DA902-FEB6-39F4-636D-7825E8E2A3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3437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6DE35DD-8058-B253-9AE4-5343BE2B4D9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4F09DCB7-1228-2DB6-BF64-0785F0FD44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xmlns="" id="{51116429-AB70-C20D-68E5-16E7545315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3" y="2590800"/>
            <a:ext cx="3401568" cy="3435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xmlns="" id="{776FF1D7-D2E1-9D6F-EDE2-9D9DFF35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xmlns="" id="{1D41FB96-972B-0FA7-7C7C-A0ABD216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5AC8983F-239A-B6B7-795A-CCEFADE1EF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0F8957D-AAB0-DEFF-9EB9-87C630548E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A177F51-9761-F2F7-DF84-18F30B6C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140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A7E35E2C-3084-0772-27D8-C1C214C8E9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33C75CE7-717C-9244-6F64-72711A6933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xmlns="" id="{39F3FF2B-377F-34A8-9E2C-A1EC9335BC2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90800"/>
            <a:ext cx="3401568" cy="3435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C25DD21-FB61-1472-2D64-DF184459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xmlns="" id="{EC03000C-C6AF-7EB5-E3EE-24823248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8204AC67-A154-C296-CA4A-49DCD172C8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79E96F2D-3C3D-A945-47E2-8DFBDDA59B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CB6089DF-6C45-7412-2734-8B13677451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989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BC22D34A-FBBF-9CE0-34C0-3280F9BBA5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C4F763C5-31DF-45A8-C0B5-6A919573FA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xmlns="" id="{BF4B9AE9-B78A-6D7F-20C0-F283C1653F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3453" y="3048000"/>
            <a:ext cx="3274547" cy="29780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D5E2451-9812-34C5-3C33-856233B6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xmlns="" id="{F7BEE80C-92D1-4F33-B7E5-AE68C008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B5F4499B-9AF3-3A1A-12B9-F6C1E6E909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3A65BF30-A776-10EB-762C-FBB4D91FD5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53CF56CB-74FD-C1FE-4BAA-59AD65AF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245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xmlns="" id="{B2CDF48D-CCCD-B99E-F3E4-CBE0FAF00AA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28640" y="4509558"/>
            <a:ext cx="5719361" cy="151652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ADC8C146-0A20-4029-98D5-9A42EEDF8B24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99BF16D-597E-71C6-2E3F-617E81AC1D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2BFFD748-48BA-022F-3C3B-8ECFF6991C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471A5897-3B1D-D50B-2427-DE31939A85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3312E9A-BE86-243D-20DB-F00178EEA3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7948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xmlns="" id="{0E7AD882-6D78-F3F8-8E45-92D9E2011F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3785800"/>
            <a:ext cx="7324641" cy="2240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87C12A2F-57DF-45DA-A7E9-678FD33267B9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5110FEAA-9CDF-DFFD-DBD8-08095A039FE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BA1CFA0B-85DB-50C1-2DCE-43E1EDBBD5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B5C54F2B-C639-D1C8-E104-CE340FCBE3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6D35091-8023-DE48-73F1-9D869CF9CD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396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BFB787F-F856-83D9-31F8-50BF0D4FA8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A02657CF-AF2D-4A8E-63B2-8CCAB197AC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3809E7E7-B740-A6CE-1420-F217E7F4A6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589654F-122C-B489-BF0E-A6BAA5D165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xmlns="" id="{A11349E4-C41F-EF8C-5B32-8D12705832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3520" y="831918"/>
            <a:ext cx="7314480" cy="224027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xmlns="" id="{D6D9177A-278B-20CD-FE5E-6F661951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xmlns="" id="{D941CF86-87E6-8948-A328-3A114B74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40918809-FD32-F4A8-916A-8C76FA0B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79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xmlns="" id="{F73A54CA-FA08-6D99-1B77-AB0DB1F1F7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44080" y="2081048"/>
            <a:ext cx="4133883" cy="394503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766791B-F730-470C-BD5E-FFF8D449589F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3D2BD5C2-C97A-C70B-4A03-5569FBDD12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451B1B7C-F3EB-F411-B2F9-1447EABB0C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52B7F775-C47A-0C90-3F41-F05671F1F1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01DFAFE-D783-B15F-D030-6FAC8A72D0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9846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xmlns="" id="{695BEAC7-7B0C-C67F-01EC-0D5C31CD35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C0398174-5A2A-0232-7084-BDB432D18C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xmlns="" id="{4715548A-198D-A2A2-D9C7-3779F8215A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20080" y="831918"/>
            <a:ext cx="5627921" cy="519416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4D06C25B-BA04-6374-65A0-76BDFB99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F1172CCB-6D6C-0A38-3222-0CAD79CB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DDE88A6-D60B-5097-2962-CB861AC16A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8B0A4DDF-9BA3-BD54-C7E8-4ED5D6B427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7F54A775-89E7-5952-D197-FE7A94462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90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xmlns="" id="{55CD5E4D-B21F-98DF-71BB-3A8188C85D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C3D01567-22D1-D593-7AB7-C9C8909D58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xmlns="" id="{75509B30-B5BA-035C-9545-B2FADE9F1D7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400" y="873725"/>
            <a:ext cx="6623601" cy="5152355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4B6D1E27-668D-3A81-ECA7-E859B09D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C839268F-45AE-773B-CA70-8DA32DFF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C09008C-348E-CAC8-F695-08D4D59DB3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8392DB71-11A1-8B7E-EAA4-FDA88B6D58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705589EF-8DD8-AEE5-B805-F35A554E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8323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93814EA-F598-EBFD-83D1-6782D7CBB5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30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xmlns="" id="{4D81316D-7AD5-22E6-6806-2F3D201F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12DB3EA1-DD0C-4B8D-8364-52024B4530F1}" type="datetime1">
              <a:rPr lang="en-US" smtClean="0"/>
              <a:t>4/27/2026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xmlns="" id="{545E312D-C246-214A-8F58-D9F6BAB6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xmlns="" id="{5DB604A8-7D54-9DD8-8A5E-316C302E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xmlns="" id="{8C7A0F15-0EC8-3130-B9B5-66D3996258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0398418" y="5076497"/>
            <a:ext cx="949582" cy="9495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D7BB827-F847-836C-072E-C2C3984CE5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61992" y="5076496"/>
            <a:ext cx="949582" cy="9495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708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xmlns="" id="{11CA164D-7C6B-06BE-16C2-75C3BBB09D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xmlns="" id="{F564D697-3A15-958B-0687-86B35554E5C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xmlns="" id="{7BE9796F-7CAB-A7AD-BB1B-EF86F280A9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xmlns="" id="{FB9F2B7A-26D1-C74D-5C9C-6D7D978F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xmlns="" id="{E8025FD8-B45A-B3C3-084D-724FB4DF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xmlns="" id="{B71AB10C-8E59-AE2D-86E6-6D9A67FE36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6957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xmlns="" id="{ABBD9B3D-FB5A-6D3F-EF35-F7B4FBF0ECC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xmlns="" id="{84CA7AA3-D510-AE6D-77CB-24E1A93D218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xmlns="" id="{A16EFAA2-E99D-F827-DFFE-D71EBB1C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4D80EBC9-29E7-4715-E05F-F2D325C93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45C54C63-BED0-0452-B6A1-95AD18F2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xmlns="" id="{FE1ABDF3-0063-4A1D-10BB-DA224E36DC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352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xmlns="" id="{1812D861-AAF6-629C-C60E-0B5C351592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xmlns="" id="{EC92FC1E-596F-194E-3F60-0A378404860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xmlns="" id="{312B60F2-F319-70A6-2EBE-ED2F93E6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578C9B71-D747-9AA5-01A4-6AEFAECC7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8264EEDC-4B25-0FE5-4420-D6FB69DD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xmlns="" id="{3B5B8FFC-1EB4-655C-F3FA-BF2976D1E3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3822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BD6CD142-9810-6E9E-811F-FBF95DAB13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0410E30-A3EF-7BFE-43CC-85D8B7FDC4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060A18B9-CFE5-6D5D-5C30-04F0B337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xmlns="" id="{23869561-2D2D-9996-FFE8-388DC6E9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18998549-C638-4A98-30C9-24AEA641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7999891-11D4-E429-CDE9-3DF80CE201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DB733A1D-510F-48B2-3D98-68215649F5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70934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xmlns="" id="{C6BD940F-D20B-0BF8-988B-5F547E8260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74561AA-EE8E-A34D-D1B7-BCB6A39A79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xmlns="" id="{B593D132-537B-9DD5-6B41-6F24C843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xmlns="" id="{BE6E8398-5863-5CDD-8A1A-FAF35E8D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9187B6F-DAFE-6F4E-C600-61C125681F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DE069CF5-8226-D57D-93F5-CB79F89435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2275FBC0-CDAF-8728-57DD-F90BC45B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6049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xmlns="" id="{DDD22BDB-6215-B88F-E45B-801DAF5383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xmlns="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xmlns="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xmlns="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xmlns="" id="{3B8FB568-40CA-4614-DF0C-2C6D33DBF8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xmlns="" id="{19509B16-033B-8F64-FFC4-DDE5E8D48D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4A002548-DE85-310F-C8D5-5305547E86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122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6">
            <a:extLst>
              <a:ext uri="{FF2B5EF4-FFF2-40B4-BE49-F238E27FC236}">
                <a16:creationId xmlns:a16="http://schemas.microsoft.com/office/drawing/2014/main" xmlns="" id="{3CA77268-47A6-DBA8-B49A-089CF0ABA5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693482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457AE0FC-167D-DCD4-7E90-08F6C5CF5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348000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xmlns="" id="{6CB3C578-3B25-DE12-0521-367F4E7212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H="1" flipV="1">
            <a:off x="6007099" y="673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xmlns="" id="{E81BD741-F30D-3EC0-3E21-FE8EDC56FE9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B78CB1F1-43DC-84A2-DB38-42CED8A6D0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E3235B6E-0BC4-E35C-A63D-8431B00F064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07422" y="2714114"/>
            <a:ext cx="3286779" cy="3144803"/>
          </a:xfrm>
          <a:custGeom>
            <a:avLst/>
            <a:gdLst>
              <a:gd name="connsiteX0" fmla="*/ 0 w 3286779"/>
              <a:gd name="connsiteY0" fmla="*/ 0 h 3144803"/>
              <a:gd name="connsiteX1" fmla="*/ 3286779 w 3286779"/>
              <a:gd name="connsiteY1" fmla="*/ 0 h 3144803"/>
              <a:gd name="connsiteX2" fmla="*/ 3286779 w 3286779"/>
              <a:gd name="connsiteY2" fmla="*/ 3144803 h 3144803"/>
              <a:gd name="connsiteX3" fmla="*/ 0 w 3286779"/>
              <a:gd name="connsiteY3" fmla="*/ 3144803 h 3144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6779" h="3144803">
                <a:moveTo>
                  <a:pt x="0" y="0"/>
                </a:moveTo>
                <a:lnTo>
                  <a:pt x="3286779" y="0"/>
                </a:lnTo>
                <a:lnTo>
                  <a:pt x="3286779" y="3144803"/>
                </a:lnTo>
                <a:lnTo>
                  <a:pt x="0" y="314480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19" name="Straight Connector 3">
            <a:extLst>
              <a:ext uri="{FF2B5EF4-FFF2-40B4-BE49-F238E27FC236}">
                <a16:creationId xmlns:a16="http://schemas.microsoft.com/office/drawing/2014/main" xmlns="" id="{917DECF4-2610-D056-1F1B-0A01B2308F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">
            <a:extLst>
              <a:ext uri="{FF2B5EF4-FFF2-40B4-BE49-F238E27FC236}">
                <a16:creationId xmlns:a16="http://schemas.microsoft.com/office/drawing/2014/main" xmlns="" id="{2C28AB49-3DB1-E52D-1AB4-B1709BC0A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xmlns="" id="{40FAA266-7A2C-303C-37A9-D9096061EB6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xmlns="" id="{30CEB8D7-8819-9032-A32B-1E36953A03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23" name="Straight Connector 3">
            <a:extLst>
              <a:ext uri="{FF2B5EF4-FFF2-40B4-BE49-F238E27FC236}">
                <a16:creationId xmlns:a16="http://schemas.microsoft.com/office/drawing/2014/main" xmlns="" id="{A273CF89-AB4A-0304-626F-BFDCFC1E20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">
            <a:extLst>
              <a:ext uri="{FF2B5EF4-FFF2-40B4-BE49-F238E27FC236}">
                <a16:creationId xmlns:a16="http://schemas.microsoft.com/office/drawing/2014/main" xmlns="" id="{5A619983-7048-CFFA-2B3F-E567DA8E3A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60DD2985-D841-921A-2CA5-FA93C316ACB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xmlns="" id="{A1B32814-1E10-4360-C81E-F89CCF8570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4" name="Straight Connector 3">
            <a:extLst>
              <a:ext uri="{FF2B5EF4-FFF2-40B4-BE49-F238E27FC236}">
                <a16:creationId xmlns:a16="http://schemas.microsoft.com/office/drawing/2014/main" xmlns="" id="{E3DDDE90-D898-8159-4120-69CD5B6719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">
            <a:extLst>
              <a:ext uri="{FF2B5EF4-FFF2-40B4-BE49-F238E27FC236}">
                <a16:creationId xmlns:a16="http://schemas.microsoft.com/office/drawing/2014/main" xmlns="" id="{911865EF-2FFC-ABE3-A83C-6F770125D1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">
            <a:extLst>
              <a:ext uri="{FF2B5EF4-FFF2-40B4-BE49-F238E27FC236}">
                <a16:creationId xmlns:a16="http://schemas.microsoft.com/office/drawing/2014/main" xmlns="" id="{6F566BA2-1186-85A4-6ED7-A0446CC4212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80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xmlns="" id="{802D8DCD-6AEF-BCCC-41E1-218BC4F8CB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80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8" name="Straight Connector 3">
            <a:extLst>
              <a:ext uri="{FF2B5EF4-FFF2-40B4-BE49-F238E27FC236}">
                <a16:creationId xmlns:a16="http://schemas.microsoft.com/office/drawing/2014/main" xmlns="" id="{6EF6E5FB-696E-E4DA-376C-C6E5862265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">
            <a:extLst>
              <a:ext uri="{FF2B5EF4-FFF2-40B4-BE49-F238E27FC236}">
                <a16:creationId xmlns:a16="http://schemas.microsoft.com/office/drawing/2014/main" xmlns="" id="{45179F2C-623F-1831-DD39-ED9E7ED593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">
            <a:extLst>
              <a:ext uri="{FF2B5EF4-FFF2-40B4-BE49-F238E27FC236}">
                <a16:creationId xmlns:a16="http://schemas.microsoft.com/office/drawing/2014/main" xmlns="" id="{A0830792-F096-74D1-6CB2-FE2D1864B41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5480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xmlns="" id="{29642387-6B33-1DBB-00B8-EDF68B532C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480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xmlns="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xmlns="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xmlns="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227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C7E1FCC9-2D1D-9C6B-8C9A-E3D0A77DBEF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157987AA-E4E6-4FC1-BAD8-09A952212C58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976288D7-F050-E1E7-DC78-67369A1148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0533346" y="831920"/>
            <a:ext cx="831082" cy="8310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E5394A36-B784-7244-4CF7-3B5208E8D7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702264" y="831920"/>
            <a:ext cx="831082" cy="8310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817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C2278D60-FC64-3BFB-1E09-A1791F9154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592226" y="4576512"/>
            <a:ext cx="2281488" cy="2281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053FFEDA-E57B-DF13-2394-A1514E15F85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F0CDBB60-E0E0-833E-F84B-9BEC60B7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4/27/2026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63CCC54A-AE1A-0789-DF90-5E087B85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2507772A-AF63-4BA6-5E0F-6C909D0E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18BF7F53-1667-65E2-E3E8-2BDFBB4300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9592226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369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2DB3EA1-DD0C-4B8D-8364-52024B4530F1}" type="datetime1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9851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5" r:id="rId16"/>
    <p:sldLayoutId id="2147483846" r:id="rId17"/>
    <p:sldLayoutId id="2147483847" r:id="rId18"/>
    <p:sldLayoutId id="2147483853" r:id="rId19"/>
    <p:sldLayoutId id="2147483706" r:id="rId20"/>
    <p:sldLayoutId id="2147483707" r:id="rId21"/>
    <p:sldLayoutId id="2147483708" r:id="rId22"/>
    <p:sldLayoutId id="2147483709" r:id="rId23"/>
    <p:sldLayoutId id="2147483711" r:id="rId24"/>
    <p:sldLayoutId id="2147483759" r:id="rId25"/>
    <p:sldLayoutId id="2147483705" r:id="rId26"/>
    <p:sldLayoutId id="2147483764" r:id="rId27"/>
    <p:sldLayoutId id="2147483665" r:id="rId28"/>
    <p:sldLayoutId id="2147483666" r:id="rId29"/>
    <p:sldLayoutId id="2147483667" r:id="rId30"/>
    <p:sldLayoutId id="2147483669" r:id="rId31"/>
    <p:sldLayoutId id="2147483670" r:id="rId32"/>
    <p:sldLayoutId id="2147483671" r:id="rId33"/>
    <p:sldLayoutId id="2147483672" r:id="rId34"/>
    <p:sldLayoutId id="2147483673" r:id="rId35"/>
    <p:sldLayoutId id="2147483674" r:id="rId36"/>
    <p:sldLayoutId id="2147483675" r:id="rId37"/>
    <p:sldLayoutId id="2147483676" r:id="rId38"/>
    <p:sldLayoutId id="2147483678" r:id="rId39"/>
    <p:sldLayoutId id="2147483679" r:id="rId40"/>
    <p:sldLayoutId id="2147483680" r:id="rId41"/>
    <p:sldLayoutId id="2147483681" r:id="rId42"/>
    <p:sldLayoutId id="2147483682" r:id="rId43"/>
    <p:sldLayoutId id="2147483683" r:id="rId44"/>
    <p:sldLayoutId id="2147483684" r:id="rId45"/>
    <p:sldLayoutId id="2147483685" r:id="rId46"/>
    <p:sldLayoutId id="2147483686" r:id="rId47"/>
    <p:sldLayoutId id="2147483687" r:id="rId48"/>
    <p:sldLayoutId id="2147483688" r:id="rId49"/>
    <p:sldLayoutId id="2147483689" r:id="rId50"/>
    <p:sldLayoutId id="2147483692" r:id="rId51"/>
    <p:sldLayoutId id="2147483756" r:id="rId52"/>
    <p:sldLayoutId id="2147483757" r:id="rId53"/>
    <p:sldLayoutId id="2147483693" r:id="rId54"/>
    <p:sldLayoutId id="2147483697" r:id="rId55"/>
    <p:sldLayoutId id="2147483698" r:id="rId56"/>
    <p:sldLayoutId id="2147483763" r:id="rId57"/>
    <p:sldLayoutId id="2147483762" r:id="rId58"/>
    <p:sldLayoutId id="2147483703" r:id="rId59"/>
    <p:sldLayoutId id="2147483704" r:id="rId60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4">
            <a:extLst>
              <a:ext uri="{FF2B5EF4-FFF2-40B4-BE49-F238E27FC236}">
                <a16:creationId xmlns:a16="http://schemas.microsoft.com/office/drawing/2014/main" xmlns="" id="{D24A2741-D9AA-DD7A-9493-007C8662A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>
            <a:noAutofit/>
          </a:bodyPr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Task </a:t>
            </a:r>
            <a:r>
              <a:rPr lang="en-US" altLang="zh-CN" sz="3200" dirty="0" smtClean="0">
                <a:solidFill>
                  <a:schemeClr val="tx1"/>
                </a:solidFill>
              </a:rPr>
              <a:t>1I</a:t>
            </a:r>
            <a:r>
              <a:rPr lang="en-US" altLang="zh-CN" sz="3200" dirty="0" smtClean="0">
                <a:solidFill>
                  <a:schemeClr val="tx1"/>
                </a:solidFill>
              </a:rPr>
              <a:t/>
            </a:r>
            <a:br>
              <a:rPr lang="en-US" altLang="zh-CN" sz="3200" dirty="0" smtClean="0">
                <a:solidFill>
                  <a:schemeClr val="tx1"/>
                </a:solidFill>
              </a:rPr>
            </a:br>
            <a:r>
              <a:rPr lang="en-GB" sz="3200" b="1" dirty="0" smtClean="0">
                <a:solidFill>
                  <a:schemeClr val="tx1"/>
                </a:solidFill>
              </a:rPr>
              <a:t>UNIVERSITY </a:t>
            </a:r>
            <a:r>
              <a:rPr lang="en-GB" sz="3200" b="1" dirty="0">
                <a:solidFill>
                  <a:schemeClr val="tx1"/>
                </a:solidFill>
              </a:rPr>
              <a:t>OF </a:t>
            </a:r>
            <a:r>
              <a:rPr lang="en-GB" sz="3200" b="1" dirty="0" smtClean="0">
                <a:solidFill>
                  <a:schemeClr val="tx1"/>
                </a:solidFill>
              </a:rPr>
              <a:t>BUEA</a:t>
            </a:r>
            <a:r>
              <a:rPr lang="en-GB" dirty="0">
                <a:solidFill>
                  <a:schemeClr val="tx1"/>
                </a:solidFill>
              </a:rPr>
              <a:t/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sz="2800" b="1" dirty="0">
                <a:solidFill>
                  <a:schemeClr val="tx1"/>
                </a:solidFill>
              </a:rPr>
              <a:t>Faculty Of Engineering and Technology</a:t>
            </a:r>
            <a:r>
              <a:rPr lang="en-GB" b="1" dirty="0">
                <a:solidFill>
                  <a:schemeClr val="tx1"/>
                </a:solidFill>
              </a:rPr>
              <a:t/>
            </a:r>
            <a:br>
              <a:rPr lang="en-GB" b="1" dirty="0">
                <a:solidFill>
                  <a:schemeClr val="tx1"/>
                </a:solidFill>
              </a:rPr>
            </a:b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xmlns="" id="{ACC83394-C51A-46B8-5282-9F054A03F9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algn="ctr"/>
            <a:r>
              <a:rPr lang="en-US" altLang="zh-CN" sz="3200" b="1" dirty="0"/>
              <a:t>Internet Programming And Mobile </a:t>
            </a:r>
            <a:r>
              <a:rPr lang="en-US" altLang="zh-CN" sz="3200" b="1" dirty="0" smtClean="0"/>
              <a:t>Programming – CEF 440 </a:t>
            </a:r>
          </a:p>
          <a:p>
            <a:pPr algn="ctr"/>
            <a:r>
              <a:rPr lang="en-US" sz="3200" dirty="0" smtClean="0"/>
              <a:t>By</a:t>
            </a:r>
            <a:r>
              <a:rPr lang="en-US" sz="3200" b="1" dirty="0" smtClean="0"/>
              <a:t> </a:t>
            </a:r>
            <a:r>
              <a:rPr lang="en-GB" dirty="0" err="1" smtClean="0"/>
              <a:t>Dr</a:t>
            </a:r>
            <a:r>
              <a:rPr lang="en-GB" dirty="0" err="1"/>
              <a:t>.</a:t>
            </a:r>
            <a:r>
              <a:rPr lang="en-GB" dirty="0"/>
              <a:t> </a:t>
            </a:r>
            <a:r>
              <a:rPr lang="en-GB" dirty="0" err="1"/>
              <a:t>Nkemeni</a:t>
            </a:r>
            <a:r>
              <a:rPr lang="en-GB" dirty="0"/>
              <a:t> Valery</a:t>
            </a:r>
          </a:p>
          <a:p>
            <a:endParaRPr lang="en-US" altLang="zh-CN" sz="3200" b="1" dirty="0"/>
          </a:p>
        </p:txBody>
      </p:sp>
      <p:sp>
        <p:nvSpPr>
          <p:cNvPr id="26" name="Content Placeholder 11">
            <a:extLst>
              <a:ext uri="{FF2B5EF4-FFF2-40B4-BE49-F238E27FC236}">
                <a16:creationId xmlns:a16="http://schemas.microsoft.com/office/drawing/2014/main" xmlns="" id="{78848326-E9CB-FC78-81AD-3AFB2C215C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1503" y="5767801"/>
            <a:ext cx="2005584" cy="31475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 algn="ctr"/>
            <a:endParaRPr lang="en-US" altLang="zh-CN" sz="2400" dirty="0" smtClean="0"/>
          </a:p>
          <a:p>
            <a:pPr lvl="0" algn="ctr"/>
            <a:r>
              <a:rPr lang="en-US" altLang="zh-CN" sz="2400" dirty="0" smtClean="0"/>
              <a:t>Group 16</a:t>
            </a:r>
            <a:endParaRPr lang="zh-CN" altLang="en-US" sz="2400"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7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28484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607F69-41ED-30F5-166A-551B5D0C7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E5B9A5-654F-D10C-C72F-92F9B261CB6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21218" y="1521949"/>
            <a:ext cx="434758" cy="385763"/>
          </a:xfrm>
        </p:spPr>
        <p:txBody>
          <a:bodyPr/>
          <a:lstStyle/>
          <a:p>
            <a:r>
              <a:rPr lang="en-GB" sz="2000" b="1" dirty="0"/>
              <a:t>01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24B31C9-771F-A407-D89F-280DF73B2FE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41115" y="1692338"/>
            <a:ext cx="3091849" cy="561003"/>
          </a:xfrm>
        </p:spPr>
        <p:txBody>
          <a:bodyPr/>
          <a:lstStyle/>
          <a:p>
            <a:r>
              <a:rPr lang="en-US" altLang="zh-CN" sz="20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2F71CB5A-5B72-C38E-7D7E-F648B3709E3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73159" y="2376435"/>
            <a:ext cx="2812594" cy="720588"/>
          </a:xfrm>
        </p:spPr>
        <p:txBody>
          <a:bodyPr/>
          <a:lstStyle/>
          <a:p>
            <a:r>
              <a:rPr lang="en-US" sz="2000" noProof="1" smtClean="0"/>
              <a:t>Brief intro into phase2 of the SDLC</a:t>
            </a:r>
            <a:endParaRPr lang="en-US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930E7F64-B964-8C53-CF09-F8CC256DCB1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364636" y="1329067"/>
            <a:ext cx="434758" cy="385763"/>
          </a:xfrm>
        </p:spPr>
        <p:txBody>
          <a:bodyPr/>
          <a:lstStyle/>
          <a:p>
            <a:r>
              <a:rPr lang="en-GB" sz="2000" b="1" dirty="0" smtClean="0"/>
              <a:t>03</a:t>
            </a:r>
            <a:endParaRPr lang="en-GB" sz="2000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EFDD5AA2-64EC-A8B5-13D9-726874BEC8E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48963" y="1714830"/>
            <a:ext cx="2812863" cy="788962"/>
          </a:xfrm>
        </p:spPr>
        <p:txBody>
          <a:bodyPr/>
          <a:lstStyle/>
          <a:p>
            <a:r>
              <a:rPr lang="en-US" altLang="zh-CN" sz="2000" b="1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GATHERINE TECHNIQUE</a:t>
            </a:r>
            <a:endParaRPr lang="en-US" altLang="zh-CN" sz="20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1FF48E63-DF4C-5288-C8FE-B465284EA82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43554" y="2514717"/>
            <a:ext cx="3087203" cy="720588"/>
          </a:xfrm>
        </p:spPr>
        <p:txBody>
          <a:bodyPr/>
          <a:lstStyle/>
          <a:p>
            <a:r>
              <a:rPr lang="en-US" altLang="zh-CN" sz="2000" noProof="1"/>
              <a:t>Comparing the 3 primary types of mobile applications.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85627838-9041-CCF7-2CBA-87E0F9E1AD2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152104" y="3449509"/>
            <a:ext cx="434758" cy="355697"/>
          </a:xfrm>
        </p:spPr>
        <p:txBody>
          <a:bodyPr/>
          <a:lstStyle/>
          <a:p>
            <a:r>
              <a:rPr lang="en-GB" sz="2000" b="1" dirty="0" smtClean="0"/>
              <a:t>04</a:t>
            </a:r>
            <a:endParaRPr lang="en-GB" sz="2000" b="1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44926C95-B877-91A7-C35C-D42E894A714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498154" y="3416675"/>
            <a:ext cx="3463665" cy="567297"/>
          </a:xfrm>
        </p:spPr>
        <p:txBody>
          <a:bodyPr/>
          <a:lstStyle/>
          <a:p>
            <a:r>
              <a:rPr lang="en-US" sz="2000" b="1" dirty="0" smtClean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DATA GATHERING</a:t>
            </a:r>
            <a:endParaRPr lang="en-US" altLang="zh-CN" sz="2000" noProof="1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1892148A-47C2-00A7-9F32-9193CDAA3EDE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405739" y="3962819"/>
            <a:ext cx="2812594" cy="720588"/>
          </a:xfrm>
        </p:spPr>
        <p:txBody>
          <a:bodyPr/>
          <a:lstStyle/>
          <a:p>
            <a:r>
              <a:rPr lang="en-US" sz="2000" noProof="1"/>
              <a:t>Review And Comparison of Mobile Application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8CCE4395-2732-DD6C-B289-143F90EC99F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60746" y="5002602"/>
            <a:ext cx="434758" cy="385763"/>
          </a:xfrm>
        </p:spPr>
        <p:txBody>
          <a:bodyPr/>
          <a:lstStyle/>
          <a:p>
            <a:r>
              <a:rPr lang="en-GB" sz="2000" b="1" dirty="0" smtClean="0"/>
              <a:t>05</a:t>
            </a:r>
            <a:endParaRPr lang="en-GB" sz="2000" b="1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8F99EFA3-031E-E36A-8AD1-8C56185D1B2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273159" y="4801003"/>
            <a:ext cx="4155406" cy="788962"/>
          </a:xfrm>
        </p:spPr>
        <p:txBody>
          <a:bodyPr/>
          <a:lstStyle/>
          <a:p>
            <a:r>
              <a:rPr lang="en-US" sz="2000" b="1" noProof="1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DATA CLEANING</a:t>
            </a:r>
            <a:endParaRPr lang="en-US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xmlns="" id="{C2D00FDD-9F14-449E-3CD7-6B5341C37C9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273159" y="5690364"/>
            <a:ext cx="2812594" cy="720588"/>
          </a:xfrm>
        </p:spPr>
        <p:txBody>
          <a:bodyPr/>
          <a:lstStyle/>
          <a:p>
            <a:r>
              <a:rPr lang="en-US" sz="1800" noProof="1" smtClean="0"/>
              <a:t>Review on how the data gathered was cleansed.</a:t>
            </a:r>
            <a:endParaRPr lang="en-US" sz="1800" noProof="1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2361CB3E-BCE0-431A-1F87-462AFBA8DD2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405733" y="5046557"/>
            <a:ext cx="434758" cy="385763"/>
          </a:xfrm>
        </p:spPr>
        <p:txBody>
          <a:bodyPr/>
          <a:lstStyle/>
          <a:p>
            <a:r>
              <a:rPr lang="en-GB" sz="2000" b="1" dirty="0" smtClean="0"/>
              <a:t>06</a:t>
            </a:r>
            <a:endParaRPr lang="en-GB" sz="2000" b="1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448AD761-BA58-FB71-0C6C-B8A01131D7C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43529" y="5099436"/>
            <a:ext cx="3041169" cy="828695"/>
          </a:xfrm>
        </p:spPr>
        <p:txBody>
          <a:bodyPr/>
          <a:lstStyle/>
          <a:p>
            <a:r>
              <a:rPr lang="en-US" sz="2000" b="1" dirty="0" smtClean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USER RELUCTANCE</a:t>
            </a:r>
            <a:endParaRPr lang="en-US" sz="20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6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xmlns="" id="{E414148B-AEBF-596F-19C3-445753A897A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731275" y="5649090"/>
            <a:ext cx="2812594" cy="720588"/>
          </a:xfrm>
        </p:spPr>
        <p:txBody>
          <a:bodyPr/>
          <a:lstStyle/>
          <a:p>
            <a:r>
              <a:rPr lang="en-US" altLang="zh-CN" sz="1800" noProof="1"/>
              <a:t>Introduction </a:t>
            </a:r>
            <a:r>
              <a:rPr lang="en-US" altLang="zh-CN" sz="1800" noProof="1" smtClean="0"/>
              <a:t>to budgeting tools and </a:t>
            </a:r>
            <a:r>
              <a:rPr lang="en-US" altLang="zh-CN" sz="1800" noProof="1"/>
              <a:t>apps.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xmlns="" id="{C1015FAC-4DE3-0D99-C770-CE1602812224}"/>
              </a:ext>
            </a:extLst>
          </p:cNvPr>
          <p:cNvSpPr txBox="1">
            <a:spLocks/>
          </p:cNvSpPr>
          <p:nvPr/>
        </p:nvSpPr>
        <p:spPr>
          <a:xfrm>
            <a:off x="2708196" y="5308822"/>
            <a:ext cx="434758" cy="38576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b="1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xmlns="" id="{D69D7A99-3501-94D7-433A-FCE2A83452D2}"/>
              </a:ext>
            </a:extLst>
          </p:cNvPr>
          <p:cNvSpPr txBox="1">
            <a:spLocks/>
          </p:cNvSpPr>
          <p:nvPr/>
        </p:nvSpPr>
        <p:spPr>
          <a:xfrm>
            <a:off x="3194690" y="5458407"/>
            <a:ext cx="3144084" cy="72058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6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xmlns="" id="{22B25CFF-42ED-B376-1CE6-0A29B9241FA4}"/>
              </a:ext>
            </a:extLst>
          </p:cNvPr>
          <p:cNvSpPr txBox="1">
            <a:spLocks/>
          </p:cNvSpPr>
          <p:nvPr/>
        </p:nvSpPr>
        <p:spPr>
          <a:xfrm>
            <a:off x="4920994" y="1432266"/>
            <a:ext cx="434758" cy="38576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02</a:t>
            </a:r>
            <a:endParaRPr lang="en-GB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xmlns="" id="{1250C9C2-B4D7-FBD9-5209-D8BCDBB0F473}"/>
              </a:ext>
            </a:extLst>
          </p:cNvPr>
          <p:cNvSpPr txBox="1">
            <a:spLocks/>
          </p:cNvSpPr>
          <p:nvPr/>
        </p:nvSpPr>
        <p:spPr>
          <a:xfrm>
            <a:off x="8858590" y="4971262"/>
            <a:ext cx="2812863" cy="56100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9" name="Content Placeholder 16">
            <a:extLst>
              <a:ext uri="{FF2B5EF4-FFF2-40B4-BE49-F238E27FC236}">
                <a16:creationId xmlns:a16="http://schemas.microsoft.com/office/drawing/2014/main" xmlns="" id="{47DF1D87-D7C8-533D-E65C-A5A3A3D4BEE1}"/>
              </a:ext>
            </a:extLst>
          </p:cNvPr>
          <p:cNvSpPr txBox="1">
            <a:spLocks/>
          </p:cNvSpPr>
          <p:nvPr/>
        </p:nvSpPr>
        <p:spPr>
          <a:xfrm>
            <a:off x="3194690" y="5958528"/>
            <a:ext cx="2812594" cy="720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800" noProof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4342ABDE-C41E-AD4F-1312-49E150847BD6}"/>
              </a:ext>
            </a:extLst>
          </p:cNvPr>
          <p:cNvSpPr txBox="1"/>
          <p:nvPr/>
        </p:nvSpPr>
        <p:spPr>
          <a:xfrm>
            <a:off x="8748964" y="5672486"/>
            <a:ext cx="2881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General Summary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89011" y="5032210"/>
            <a:ext cx="464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07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39574" y="1691185"/>
            <a:ext cx="2722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STAKEHOLDER IDENTIFICATION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38372" y="2503792"/>
            <a:ext cx="2646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Various stakeholders involved in the system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57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38F3E1E9-91F3-D594-7B6B-7298782A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6653" y="2558836"/>
            <a:ext cx="6735597" cy="1127793"/>
          </a:xfrm>
        </p:spPr>
        <p:txBody>
          <a:bodyPr bIns="0"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5DF5C731-0B26-AFBA-1D25-E6AE3BB1DD35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800" b="1" dirty="0"/>
              <a:t>01</a:t>
            </a:r>
            <a:endParaRPr lang="zh-CN" altLang="en-US" sz="48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B86EB85-4192-7B99-43A7-13B6BF9CEE0A}"/>
              </a:ext>
            </a:extLst>
          </p:cNvPr>
          <p:cNvSpPr txBox="1">
            <a:spLocks/>
          </p:cNvSpPr>
          <p:nvPr/>
        </p:nvSpPr>
        <p:spPr>
          <a:xfrm>
            <a:off x="5012236" y="3686629"/>
            <a:ext cx="6982460" cy="110072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Calibri" panose="020F0502020204030204" pitchFamily="34" charset="0"/>
                <a:ea typeface="SimSun" panose="02010600030101010101" pitchFamily="2" charset="-122"/>
              </a:rPr>
              <a:t>This </a:t>
            </a:r>
            <a:r>
              <a:rPr lang="en-US" sz="2800" dirty="0" smtClean="0">
                <a:latin typeface="Calibri" panose="020F0502020204030204" pitchFamily="34" charset="0"/>
                <a:ea typeface="SimSun" panose="02010600030101010101" pitchFamily="2" charset="-122"/>
              </a:rPr>
              <a:t>presentation </a:t>
            </a:r>
            <a:r>
              <a:rPr lang="en-US" sz="2800" dirty="0">
                <a:latin typeface="Calibri" panose="020F0502020204030204" pitchFamily="34" charset="0"/>
                <a:ea typeface="SimSun" panose="02010600030101010101" pitchFamily="2" charset="-122"/>
              </a:rPr>
              <a:t>explores </a:t>
            </a:r>
            <a:r>
              <a:rPr lang="en-US" sz="2800" dirty="0" smtClean="0">
                <a:latin typeface="Calibri" panose="020F0502020204030204" pitchFamily="34" charset="0"/>
                <a:ea typeface="SimSun" panose="02010600030101010101" pitchFamily="2" charset="-122"/>
              </a:rPr>
              <a:t>the requirement gathering phase of the SDLC.</a:t>
            </a:r>
            <a:endParaRPr lang="en-US" altLang="zh-CN" dirty="0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040765" y="1305877"/>
            <a:ext cx="3230562" cy="45418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66084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B7B16F-932C-9603-7D17-0B6C13E55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163" y="713150"/>
            <a:ext cx="10538710" cy="98833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3600" b="1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IDENTIFICATION 1/2</a:t>
            </a:r>
            <a:endParaRPr lang="en-US" altLang="zh-CN" sz="36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13CD7D7-CF46-569F-FBAE-20559860A16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427018" y="2037081"/>
            <a:ext cx="6968837" cy="919163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altLang="zh-CN" sz="2400" dirty="0" smtClean="0"/>
              <a:t>PRIMARY STAKEHOLDERS</a:t>
            </a:r>
            <a:endParaRPr lang="en-US" altLang="zh-CN" sz="24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xmlns="" id="{820E67EE-BC68-3E73-19C3-C677814DFFC2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 txBox="1">
            <a:spLocks/>
          </p:cNvSpPr>
          <p:nvPr/>
        </p:nvSpPr>
        <p:spPr>
          <a:xfrm>
            <a:off x="738247" y="1048138"/>
            <a:ext cx="831916" cy="59780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453" y="2880355"/>
            <a:ext cx="3805456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b="1" dirty="0" smtClean="0"/>
              <a:t>Mobile Network Operators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11835" y="3638161"/>
            <a:ext cx="340816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 main beneficiaries of this system since they will use it to optimize their network.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3909" y="2922511"/>
            <a:ext cx="2909454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b="1" dirty="0" smtClean="0"/>
              <a:t>Mobile Subscriber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3908" y="3526686"/>
            <a:ext cx="330425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Their role is to provide raw data. They benefit from potentially better network performance.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024255" y="2922511"/>
            <a:ext cx="2479964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- </a:t>
            </a:r>
            <a:r>
              <a:rPr lang="en-US" b="1" dirty="0" smtClean="0"/>
              <a:t>Development Team</a:t>
            </a:r>
            <a:endParaRPr 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232072" y="3347380"/>
            <a:ext cx="24799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These are the individuals responsible for designing, building and testing the system.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35" y="5026524"/>
            <a:ext cx="2819794" cy="179095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689" y="5010653"/>
            <a:ext cx="2896004" cy="177189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203" y="5086863"/>
            <a:ext cx="2772162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00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78919" y="914512"/>
            <a:ext cx="8761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IDENTIFICATION 2/2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xmlns="" id="{913CD7D7-CF46-569F-FBAE-20559860A16D}"/>
              </a:ext>
            </a:extLst>
          </p:cNvPr>
          <p:cNvSpPr txBox="1">
            <a:spLocks/>
          </p:cNvSpPr>
          <p:nvPr/>
        </p:nvSpPr>
        <p:spPr>
          <a:xfrm>
            <a:off x="1427018" y="2037081"/>
            <a:ext cx="6968837" cy="919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 smtClean="0"/>
              <a:t>SECONDARY STAKEHOLDERS</a:t>
            </a:r>
            <a:endParaRPr lang="en-US" altLang="zh-CN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8452" y="2880356"/>
            <a:ext cx="487220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b="1" dirty="0" smtClean="0"/>
              <a:t>Telecommunication Regulatory Authorities </a:t>
            </a:r>
            <a:r>
              <a:rPr lang="en-US" b="1" dirty="0" err="1" smtClean="0"/>
              <a:t>eg</a:t>
            </a:r>
            <a:r>
              <a:rPr lang="en-US" b="1" dirty="0" smtClean="0"/>
              <a:t>: TRB in Cameroon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890655" y="2871727"/>
            <a:ext cx="4752109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b="1" dirty="0" smtClean="0"/>
              <a:t>Network Engineers and Optimization teams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515749" y="5152107"/>
            <a:ext cx="4749812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b="1" dirty="0" smtClean="0"/>
              <a:t>Data Privacy and Compliance officers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50471" y="3805463"/>
            <a:ext cx="340816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They have interest in using such data to ensure MNOs are meeting their SLA and </a:t>
            </a:r>
            <a:r>
              <a:rPr lang="en-US" dirty="0" err="1" smtClean="0"/>
              <a:t>QoS</a:t>
            </a:r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5663086" y="3805463"/>
            <a:ext cx="365984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They will analyze the data to pinpoint specific geographical areas with poor performance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04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251FBC-C8AD-43A3-BEBA-C7E012582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A5F9B5-7577-9C00-9013-E02439FC1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029" y="713150"/>
            <a:ext cx="11029616" cy="988332"/>
          </a:xfrm>
        </p:spPr>
        <p:txBody>
          <a:bodyPr/>
          <a:lstStyle/>
          <a:p>
            <a:r>
              <a:rPr lang="en-US" sz="3600" b="1" dirty="0" smtClean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Requirement gathering technique 1/3</a:t>
            </a:r>
            <a:endParaRPr lang="en-US" altLang="zh-CN" noProof="1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2C8604BD-C535-800C-D453-F19E9CAD5B7B}"/>
              </a:ext>
            </a:extLst>
          </p:cNvPr>
          <p:cNvSpPr txBox="1">
            <a:spLocks/>
          </p:cNvSpPr>
          <p:nvPr/>
        </p:nvSpPr>
        <p:spPr>
          <a:xfrm>
            <a:off x="2779200" y="5405564"/>
            <a:ext cx="5740419" cy="54980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400" b="0" dirty="0">
              <a:latin typeface="+mn-lt"/>
            </a:endParaRP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xmlns="" id="{71CF9445-66C3-B1F9-131B-59BA46245A6E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 txBox="1">
            <a:spLocks/>
          </p:cNvSpPr>
          <p:nvPr/>
        </p:nvSpPr>
        <p:spPr>
          <a:xfrm>
            <a:off x="728406" y="956600"/>
            <a:ext cx="831916" cy="59780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8763" y="2603301"/>
            <a:ext cx="2951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SURVEY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12618" y="3214255"/>
            <a:ext cx="29371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smtClean="0"/>
              <a:t>Administered to mobile subscribers across Cameroon.</a:t>
            </a:r>
          </a:p>
          <a:p>
            <a:pPr marL="285750" indent="-285750">
              <a:buFontTx/>
              <a:buChar char="-"/>
            </a:pP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smtClean="0"/>
              <a:t>Distributed as </a:t>
            </a:r>
            <a:r>
              <a:rPr lang="en-US" dirty="0" err="1" smtClean="0"/>
              <a:t>google</a:t>
            </a:r>
            <a:r>
              <a:rPr lang="en-US" dirty="0" smtClean="0"/>
              <a:t> forms on </a:t>
            </a:r>
            <a:r>
              <a:rPr lang="en-US" dirty="0" err="1" smtClean="0"/>
              <a:t>whatsapp</a:t>
            </a:r>
            <a:r>
              <a:rPr lang="en-US" dirty="0" smtClean="0"/>
              <a:t> and social media.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345" y="2272146"/>
            <a:ext cx="7938655" cy="459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78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5894" y="2788735"/>
            <a:ext cx="2951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BRAINSTORMING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32509" y="3435928"/>
            <a:ext cx="29510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smtClean="0"/>
              <a:t>Team session held to generate and evaluate app ideas.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542" y="2244436"/>
            <a:ext cx="7247332" cy="461356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56A5F9B5-7577-9C00-9013-E02439FC1171}"/>
              </a:ext>
            </a:extLst>
          </p:cNvPr>
          <p:cNvSpPr txBox="1">
            <a:spLocks/>
          </p:cNvSpPr>
          <p:nvPr/>
        </p:nvSpPr>
        <p:spPr>
          <a:xfrm>
            <a:off x="1014375" y="789262"/>
            <a:ext cx="11029616" cy="988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Requirement gathering technique 2/3</a:t>
            </a:r>
            <a:endParaRPr lang="en-US" altLang="zh-CN" noProof="1"/>
          </a:p>
        </p:txBody>
      </p:sp>
    </p:spTree>
    <p:extLst>
      <p:ext uri="{BB962C8B-B14F-4D97-AF65-F5344CB8AC3E}">
        <p14:creationId xmlns:p14="http://schemas.microsoft.com/office/powerpoint/2010/main" val="248395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198" y="2812134"/>
            <a:ext cx="304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REVERSE ENGINEERING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57199" y="3424364"/>
            <a:ext cx="3398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Learning from existing apps like </a:t>
            </a:r>
            <a:r>
              <a:rPr lang="en-US" dirty="0" err="1" smtClean="0"/>
              <a:t>SpeedTest</a:t>
            </a:r>
            <a:r>
              <a:rPr lang="en-US" dirty="0" smtClean="0"/>
              <a:t> by </a:t>
            </a:r>
            <a:r>
              <a:rPr lang="en-US" dirty="0" err="1" smtClean="0"/>
              <a:t>Ookla</a:t>
            </a:r>
            <a:r>
              <a:rPr lang="en-US" dirty="0" smtClean="0"/>
              <a:t>, </a:t>
            </a:r>
            <a:r>
              <a:rPr lang="en-US" dirty="0" err="1" smtClean="0"/>
              <a:t>OpenSignal</a:t>
            </a:r>
            <a:r>
              <a:rPr lang="en-US" dirty="0" smtClean="0"/>
              <a:t> and </a:t>
            </a:r>
            <a:r>
              <a:rPr lang="en-US" dirty="0" err="1" smtClean="0"/>
              <a:t>nPerf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142509" y="2996800"/>
            <a:ext cx="5555673" cy="347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255" y="2645457"/>
            <a:ext cx="3195590" cy="17022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883" y="2608112"/>
            <a:ext cx="2360082" cy="18766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7833" y="4699037"/>
            <a:ext cx="5590349" cy="1657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56A5F9B5-7577-9C00-9013-E02439FC11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Requirement gathering technique 3/3</a:t>
            </a:r>
            <a:endParaRPr lang="en-US" altLang="zh-CN" noProof="1"/>
          </a:p>
        </p:txBody>
      </p:sp>
    </p:spTree>
    <p:extLst>
      <p:ext uri="{BB962C8B-B14F-4D97-AF65-F5344CB8AC3E}">
        <p14:creationId xmlns:p14="http://schemas.microsoft.com/office/powerpoint/2010/main" val="39216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3729" y="699606"/>
            <a:ext cx="5049052" cy="988332"/>
          </a:xfrm>
        </p:spPr>
        <p:txBody>
          <a:bodyPr>
            <a:normAutofit/>
          </a:bodyPr>
          <a:lstStyle/>
          <a:p>
            <a:r>
              <a:rPr lang="en-US" sz="3600" b="1" dirty="0" err="1" smtClean="0">
                <a:latin typeface="Times New Roman" panose="02020603050405020304" pitchFamily="18" charset="0"/>
                <a:ea typeface="SimSun" panose="02010600030101010101" pitchFamily="2" charset="-122"/>
              </a:rPr>
              <a:t>DAta</a:t>
            </a:r>
            <a:r>
              <a:rPr lang="en-US" sz="3600" b="1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 GATHERING </a:t>
            </a:r>
            <a:endParaRPr lang="en-GB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110837" y="2673926"/>
            <a:ext cx="462741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Survey distributed via </a:t>
            </a:r>
            <a:r>
              <a:rPr lang="en-US" dirty="0" err="1" smtClean="0"/>
              <a:t>WhatsApp</a:t>
            </a:r>
            <a:r>
              <a:rPr lang="en-US" dirty="0" smtClean="0"/>
              <a:t> and Social media.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 Targets: Mobile subscribers across multiple regions of Cameroon.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190 responses collected.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Open-ended questions allowed users to express additional thoughts.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91491" y="1043950"/>
            <a:ext cx="803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04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817" y="2269548"/>
            <a:ext cx="6795183" cy="458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68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 txBox="1">
            <a:spLocks/>
          </p:cNvSpPr>
          <p:nvPr/>
        </p:nvSpPr>
        <p:spPr>
          <a:xfrm>
            <a:off x="2348345" y="722838"/>
            <a:ext cx="5049052" cy="988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 err="1" smtClean="0">
                <a:latin typeface="Times New Roman" panose="02020603050405020304" pitchFamily="18" charset="0"/>
                <a:ea typeface="SimSun" panose="02010600030101010101" pitchFamily="2" charset="-122"/>
              </a:rPr>
              <a:t>DAta</a:t>
            </a:r>
            <a:r>
              <a:rPr lang="en-US" sz="3600" b="1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 Cleaning 1/2</a:t>
            </a:r>
            <a:endParaRPr lang="en-GB" sz="3600" dirty="0"/>
          </a:p>
        </p:txBody>
      </p:sp>
      <p:sp>
        <p:nvSpPr>
          <p:cNvPr id="18" name="TextBox 17"/>
          <p:cNvSpPr txBox="1"/>
          <p:nvPr/>
        </p:nvSpPr>
        <p:spPr>
          <a:xfrm>
            <a:off x="110837" y="2350808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Why Cleaning is necessary?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491" y="3103418"/>
            <a:ext cx="3920836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Ensures data is accurate, complete, consistent and usable for analysis or decision-making.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Address common data quality issues such as duplicates, missing values, inconsistencies, syntax errors, irrelevant data and structural error,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385456" y="1064903"/>
            <a:ext cx="1330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218" y="2022763"/>
            <a:ext cx="6497782" cy="483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094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560093" y="701949"/>
            <a:ext cx="5049052" cy="988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 err="1" smtClean="0">
                <a:latin typeface="Times New Roman" panose="02020603050405020304" pitchFamily="18" charset="0"/>
                <a:ea typeface="SimSun" panose="02010600030101010101" pitchFamily="2" charset="-122"/>
              </a:rPr>
              <a:t>DAta</a:t>
            </a:r>
            <a:r>
              <a:rPr lang="en-US" sz="3600" b="1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 Cleaning 2/2 </a:t>
            </a:r>
            <a:endParaRPr lang="en-GB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110837" y="1922863"/>
            <a:ext cx="7716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Process of Cleaning our data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10837" y="2498376"/>
            <a:ext cx="55002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Structural Standardization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Renaming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Whitespace Removal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Geographic and Text Harmonization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City Name consolidation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Case correction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Accent Normalization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Neighborhood mapping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Data Integrity and </a:t>
            </a:r>
            <a:r>
              <a:rPr lang="en-US" dirty="0" err="1" smtClean="0"/>
              <a:t>Deduplication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Missing Value Management, </a:t>
            </a:r>
            <a:r>
              <a:rPr lang="en-US" dirty="0" err="1" smtClean="0"/>
              <a:t>etc</a:t>
            </a:r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364" y="2272145"/>
            <a:ext cx="5749636" cy="458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52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98072" y="909795"/>
            <a:ext cx="8560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RELUCTANCE ASSESSMENT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5236" y="905170"/>
            <a:ext cx="1745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1273" y="2189018"/>
            <a:ext cx="8562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major challenge faced during this phase was low user participation and engagement in data collection activities.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06581" y="2835349"/>
            <a:ext cx="72320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smtClean="0"/>
              <a:t>Many users were  unwilling to fill out the surveys.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Some participants ignored or abandoned surveys midway.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A few gave jokes or careless answers suggesting disengagement.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Privacy concerns made some users reluctant to provide their city or location.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Follow up of participants was required since some forgot to fill the form when shared.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Difficulty accessing IT professionals due to lack of permission or formal authorization.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Limited opportunities to conduct in-person interviews in professional environments.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104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6FC43111-1417-3930-812C-8E1378EE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Conclusion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xmlns="" id="{594A1305-15D6-3DB3-46BD-53303F83A0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34443" y="3243300"/>
            <a:ext cx="7883236" cy="2770909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lnSpc>
                <a:spcPct val="160000"/>
              </a:lnSpc>
              <a:buFontTx/>
              <a:buChar char="-"/>
            </a:pPr>
            <a:r>
              <a:rPr lang="en-US" altLang="zh-CN" dirty="0" smtClean="0">
                <a:solidFill>
                  <a:schemeClr val="tx1"/>
                </a:solidFill>
              </a:rPr>
              <a:t>Three requirement gathering techniques were used.</a:t>
            </a:r>
          </a:p>
          <a:p>
            <a:pPr marL="342900" indent="-342900" algn="l">
              <a:lnSpc>
                <a:spcPct val="160000"/>
              </a:lnSpc>
              <a:buFontTx/>
              <a:buChar char="-"/>
            </a:pPr>
            <a:r>
              <a:rPr lang="en-US" altLang="zh-CN" dirty="0" smtClean="0">
                <a:solidFill>
                  <a:schemeClr val="tx1"/>
                </a:solidFill>
              </a:rPr>
              <a:t>Real user data was collected from mobile subscribers</a:t>
            </a:r>
          </a:p>
          <a:p>
            <a:pPr marL="342900" indent="-342900" algn="l">
              <a:lnSpc>
                <a:spcPct val="160000"/>
              </a:lnSpc>
              <a:buFontTx/>
              <a:buChar char="-"/>
            </a:pPr>
            <a:r>
              <a:rPr lang="en-US" altLang="zh-CN" dirty="0" smtClean="0">
                <a:solidFill>
                  <a:schemeClr val="tx1"/>
                </a:solidFill>
              </a:rPr>
              <a:t>Data was cleaned to ensure accuracy and reliability</a:t>
            </a:r>
          </a:p>
          <a:p>
            <a:pPr algn="l">
              <a:lnSpc>
                <a:spcPct val="160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Requirements gathered form a solid foundation for the mobile app development phase.</a:t>
            </a:r>
          </a:p>
          <a:p>
            <a:pPr algn="l"/>
            <a:endParaRPr lang="en-US" altLang="zh-CN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xmlns="" id="{4FCBEBFD-6AE7-6140-3885-019582E7D00B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 txBox="1">
            <a:spLocks/>
          </p:cNvSpPr>
          <p:nvPr/>
        </p:nvSpPr>
        <p:spPr>
          <a:xfrm>
            <a:off x="10785763" y="1791152"/>
            <a:ext cx="831916" cy="5978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394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FE4A01E4-C1AA-5FF3-87D3-D36F76AE9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Thank You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Placeholder 4" descr="Woman standing in work conference room">
            <a:extLst>
              <a:ext uri="{FF2B5EF4-FFF2-40B4-BE49-F238E27FC236}">
                <a16:creationId xmlns:a16="http://schemas.microsoft.com/office/drawing/2014/main" xmlns="" id="{AAB18CD4-A387-CAD5-F0A9-F9DE4E62D2F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858625" cy="6858000"/>
          </a:xfrm>
        </p:spPr>
      </p:pic>
    </p:spTree>
    <p:extLst>
      <p:ext uri="{BB962C8B-B14F-4D97-AF65-F5344CB8AC3E}">
        <p14:creationId xmlns:p14="http://schemas.microsoft.com/office/powerpoint/2010/main" val="17175563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C30565-8F81-4B63-A6DA-15D20795E8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AE56A7-C0B1-422F-B93F-A1B9772F5342}">
  <ds:schemaRefs>
    <ds:schemaRef ds:uri="http://schemas.microsoft.com/office/2006/metadata/properties"/>
    <ds:schemaRef ds:uri="21705155-b4ce-4c69-95dc-4fd6cb8c5571"/>
    <ds:schemaRef ds:uri="38de0ec0-4312-429b-9ba4-a6f7899b86f2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439F29D-32A6-409A-A026-DEBF052F78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495</TotalTime>
  <Words>530</Words>
  <Application>Microsoft Office PowerPoint</Application>
  <PresentationFormat>Widescreen</PresentationFormat>
  <Paragraphs>103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SimSun</vt:lpstr>
      <vt:lpstr>Arial</vt:lpstr>
      <vt:lpstr>Calibri</vt:lpstr>
      <vt:lpstr>DengXian</vt:lpstr>
      <vt:lpstr>Gill Sans MT</vt:lpstr>
      <vt:lpstr>华文中宋</vt:lpstr>
      <vt:lpstr>Times New Roman</vt:lpstr>
      <vt:lpstr>Wingdings 2</vt:lpstr>
      <vt:lpstr>等线</vt:lpstr>
      <vt:lpstr>Dividend</vt:lpstr>
      <vt:lpstr>Task 1I UNIVERSITY OF BUEA Faculty Of Engineering and Technology </vt:lpstr>
      <vt:lpstr>Agenda</vt:lpstr>
      <vt:lpstr>INTRODUCTION</vt:lpstr>
      <vt:lpstr>STAKEHOLDERS IDENTIFICATION 1/2</vt:lpstr>
      <vt:lpstr>PowerPoint Presentation</vt:lpstr>
      <vt:lpstr>Requirement gathering technique 1/3</vt:lpstr>
      <vt:lpstr>PowerPoint Presentation</vt:lpstr>
      <vt:lpstr>Requirement gathering technique 3/3</vt:lpstr>
      <vt:lpstr>DAta GATHERING 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</dc:title>
  <dc:subject/>
  <dc:creator>User</dc:creator>
  <cp:keywords/>
  <dc:description/>
  <cp:lastModifiedBy>Home</cp:lastModifiedBy>
  <cp:revision>63</cp:revision>
  <dcterms:modified xsi:type="dcterms:W3CDTF">2026-04-27T19:43:04Z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