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4"/>
  </p:sldMasterIdLst>
  <p:notesMasterIdLst>
    <p:notesMasterId r:id="rId24"/>
  </p:notesMasterIdLst>
  <p:handoutMasterIdLst>
    <p:handoutMasterId r:id="rId25"/>
  </p:handoutMasterIdLst>
  <p:sldIdLst>
    <p:sldId id="270" r:id="rId5"/>
    <p:sldId id="397" r:id="rId6"/>
    <p:sldId id="311" r:id="rId7"/>
    <p:sldId id="284" r:id="rId8"/>
    <p:sldId id="279" r:id="rId9"/>
    <p:sldId id="286" r:id="rId10"/>
    <p:sldId id="402" r:id="rId11"/>
    <p:sldId id="280" r:id="rId12"/>
    <p:sldId id="399" r:id="rId13"/>
    <p:sldId id="393" r:id="rId14"/>
    <p:sldId id="392" r:id="rId15"/>
    <p:sldId id="371" r:id="rId16"/>
    <p:sldId id="287" r:id="rId17"/>
    <p:sldId id="398" r:id="rId18"/>
    <p:sldId id="278" r:id="rId19"/>
    <p:sldId id="400" r:id="rId20"/>
    <p:sldId id="401" r:id="rId21"/>
    <p:sldId id="281" r:id="rId22"/>
    <p:sldId id="269" r:id="rId23"/>
  </p:sldIdLst>
  <p:sldSz cx="12192000" cy="6858000"/>
  <p:notesSz cx="6858000" cy="9144000"/>
  <p:custDataLst>
    <p:tags r:id="rId2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6F7"/>
    <a:srgbClr val="F7F7F7"/>
    <a:srgbClr val="007DDA"/>
    <a:srgbClr val="00B4FA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74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68F83A-302B-D5C7-8388-31A7738B94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5529D8-29D3-4EF8-AFE4-9B04C334D78A}" type="datetimeFigureOut">
              <a:rPr lang="en-US" smtClean="0"/>
              <a:t>4/6/2026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0593AB-C6A0-9A15-AB36-A73DC45ECA7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FA4FD5-91A7-B4C3-9946-947BB86E9A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CE52CC-DD0F-44B3-B13D-E7228EEC80E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7D257EEE-7A71-A801-1D30-27730853F4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altLang="zh-CN" dirty="0"/>
              <a:t>Header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3634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 dirty="0"/>
              <a:t>Click to edit Master text styles</a:t>
            </a:r>
            <a:endParaRPr lang="zh-CN" altLang="en-US" dirty="0"/>
          </a:p>
          <a:p>
            <a:pPr lvl="1"/>
            <a:r>
              <a:rPr lang="en-US" altLang="zh-CN" dirty="0"/>
              <a:t>Second</a:t>
            </a:r>
            <a:r>
              <a:rPr lang="zh-CN" altLang="en-US" dirty="0"/>
              <a:t> </a:t>
            </a:r>
            <a:r>
              <a:rPr lang="en-US" altLang="zh-CN" dirty="0"/>
              <a:t>level</a:t>
            </a:r>
            <a:endParaRPr lang="zh-CN" altLang="en-US" dirty="0"/>
          </a:p>
          <a:p>
            <a:pPr lvl="2"/>
            <a:r>
              <a:rPr lang="en-US" altLang="zh-CN" dirty="0"/>
              <a:t>Third</a:t>
            </a:r>
            <a:r>
              <a:rPr lang="zh-CN" altLang="en-US" dirty="0"/>
              <a:t> </a:t>
            </a:r>
            <a:r>
              <a:rPr lang="en-US" altLang="zh-CN" dirty="0"/>
              <a:t>level</a:t>
            </a:r>
            <a:endParaRPr lang="zh-CN" altLang="en-US" dirty="0"/>
          </a:p>
          <a:p>
            <a:pPr lvl="3"/>
            <a:r>
              <a:rPr lang="en-US" altLang="zh-CN" dirty="0"/>
              <a:t>Fourth level</a:t>
            </a:r>
            <a:endParaRPr lang="zh-CN" altLang="en-US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DABDA-89F0-4727-B28F-05A90B0069B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D11F53F-2F00-3651-F337-81306AF8F1E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EF805B-254D-4FE1-8316-FEA92B4B8253}" type="datetimeFigureOut">
              <a:rPr lang="en-US" smtClean="0"/>
              <a:t>4/6/2026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895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3DABDA-89F0-4727-B28F-05A90B0069B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27661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3DABDA-89F0-4727-B28F-05A90B0069B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41507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3DABDA-89F0-4727-B28F-05A90B0069BB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46977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3DABDA-89F0-4727-B28F-05A90B0069BB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06771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2DB3EA1-DD0C-4B8D-8364-52024B4530F1}" type="datetime1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Sample Footer Text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05028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B3EA1-DD0C-4B8D-8364-52024B4530F1}" type="datetime1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Sample Footer Text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00978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2DB3EA1-DD0C-4B8D-8364-52024B4530F1}" type="datetime1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Sample Footer Text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67283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03/10/2025</a:t>
            </a:r>
            <a:fld id="{4D63035D-22A0-4334-A9AE-2457016C8B47}" type="datetime1">
              <a:rPr lang="en-US" smtClean="0"/>
              <a:pPr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Sample Footer Text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D6CD142-9810-6E9E-811F-FBF95DAB136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410E30-A3EF-7BFE-43CC-85D8B7FDC4C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999891-11D4-E429-CDE9-3DF80CE2015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B733A1D-510F-48B2-3D98-68215649F5A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8475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03/10/2025</a:t>
            </a:r>
            <a:fld id="{4D63035D-22A0-4334-A9AE-2457016C8B47}" type="datetime1">
              <a:rPr lang="en-US" smtClean="0"/>
              <a:pPr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Sample Footer Text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6BD940F-D20B-0BF8-988B-5F547E82603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4561AA-EE8E-A34D-D1B7-BCB6A39A792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187B6F-DAFE-6F4E-C600-61C125681F3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E069CF5-8226-D57D-93F5-CB79F89435E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7900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03/10/2025</a:t>
            </a:r>
            <a:fld id="{8A60B404-9532-4DA8-8A40-EC339A5BE635}" type="datetime1">
              <a:rPr lang="en-US" smtClean="0"/>
              <a:pPr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Sample Footer Text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D22BDB-6215-B88F-E45B-801DAF53832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9910514" y="4576512"/>
            <a:ext cx="2281488" cy="22814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B8FB568-40CA-4614-DF0C-2C6D33DBF8E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9910514" y="2294706"/>
            <a:ext cx="2281486" cy="228148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Oval 5">
            <a:extLst>
              <a:ext uri="{FF2B5EF4-FFF2-40B4-BE49-F238E27FC236}">
                <a16:creationId xmlns:a16="http://schemas.microsoft.com/office/drawing/2014/main" id="{19509B16-033B-8F64-FFC4-DDE5E8D48D5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60400" y="1853249"/>
            <a:ext cx="307937" cy="30793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4A002548-DE85-310F-C8D5-5305547E86E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853249"/>
            <a:ext cx="660400" cy="3079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365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03/10/2025</a:t>
            </a:r>
            <a:fld id="{87CFF128-BAC7-4E0D-8F77-28A571D93B6F}" type="datetime1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Sample Footer Text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343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zh-CN" smtClean="0"/>
              <a:t>03/10/2025</a:t>
            </a:r>
            <a:fld id="{4D63035D-22A0-4334-A9AE-2457016C8B47}" type="datetime1">
              <a:rPr lang="en-US" smtClean="0"/>
              <a:pPr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Sample Footer Text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607E11C-4CFD-0917-7CE5-5FD047FF471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039689-5195-17C0-4FE6-F7675B1A393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DAAFA8-C82C-ACA2-4E69-EB7E3BD0DC0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2A204AA-E1F0-B3EE-A344-C3874ECEA49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7780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 smtClean="0"/>
              <a:t>03/10/2025</a:t>
            </a:r>
            <a:fld id="{4D63035D-22A0-4334-A9AE-2457016C8B47}" type="datetime1">
              <a:rPr lang="en-US" smtClean="0"/>
              <a:pPr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Sample Footer Text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0068B2F-8642-20C6-2DC8-D05334DB3E6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08106B-58A5-8614-7D42-8ACA85436A0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4D5EF1-8756-9CD5-58BC-20BC31467CC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09B8D7D-2466-9642-26D7-DFF380C458A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3079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B3EA1-DD0C-4B8D-8364-52024B4530F1}" type="datetime1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Sample Footer Text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28793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2DB3EA1-DD0C-4B8D-8364-52024B4530F1}" type="datetime1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r>
              <a:rPr lang="en-US" smtClean="0"/>
              <a:t>Sample Footer Text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04897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3">
            <a:extLst>
              <a:ext uri="{FF2B5EF4-FFF2-40B4-BE49-F238E27FC236}">
                <a16:creationId xmlns:a16="http://schemas.microsoft.com/office/drawing/2014/main" id="{35B62877-1ECE-C895-2628-D7024147423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2" y="4575872"/>
            <a:ext cx="2281484" cy="2282128"/>
          </a:xfrm>
          <a:custGeom>
            <a:avLst/>
            <a:gdLst>
              <a:gd name="connsiteX0" fmla="*/ 0 w 1973001"/>
              <a:gd name="connsiteY0" fmla="*/ 0 h 1973001"/>
              <a:gd name="connsiteX1" fmla="*/ 1973001 w 1973001"/>
              <a:gd name="connsiteY1" fmla="*/ 0 h 1973001"/>
              <a:gd name="connsiteX2" fmla="*/ 1973001 w 1973001"/>
              <a:gd name="connsiteY2" fmla="*/ 1973001 h 197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3001" h="1973001">
                <a:moveTo>
                  <a:pt x="0" y="0"/>
                </a:moveTo>
                <a:lnTo>
                  <a:pt x="1973001" y="0"/>
                </a:lnTo>
                <a:lnTo>
                  <a:pt x="1973001" y="19730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52BE707F-C731-EA4B-19D9-D329BD4A154E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2601743" y="1379047"/>
            <a:ext cx="8913982" cy="2508792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1" name="Subtitle 8">
            <a:extLst>
              <a:ext uri="{FF2B5EF4-FFF2-40B4-BE49-F238E27FC236}">
                <a16:creationId xmlns:a16="http://schemas.microsoft.com/office/drawing/2014/main" id="{630C0ABC-2179-00DC-A363-2C8C30649466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2601743" y="4136267"/>
            <a:ext cx="8913982" cy="43960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30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CN"/>
              <a:t>Click to edit Master subtitle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A1D21C21-739A-A82A-8977-42F691559C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601743" y="5635721"/>
            <a:ext cx="2005584" cy="314757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pPr lvl="0"/>
            <a:r>
              <a:rPr lang="en-US" altLang="zh-CN" sz="1600"/>
              <a:t>Presenter Name</a:t>
            </a:r>
            <a:endParaRPr lang="zh-CN" altLang="en-US"/>
          </a:p>
        </p:txBody>
      </p:sp>
      <p:sp>
        <p:nvSpPr>
          <p:cNvPr id="2" name="Picture Placeholder 20">
            <a:extLst>
              <a:ext uri="{FF2B5EF4-FFF2-40B4-BE49-F238E27FC236}">
                <a16:creationId xmlns:a16="http://schemas.microsoft.com/office/drawing/2014/main" id="{E7DFF57B-01B8-7AE5-59D6-1EA01068C2ED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2281486"/>
            <a:ext cx="2281484" cy="2294867"/>
          </a:xfrm>
          <a:custGeom>
            <a:avLst/>
            <a:gdLst>
              <a:gd name="connsiteX0" fmla="*/ 0 w 2281488"/>
              <a:gd name="connsiteY0" fmla="*/ 0 h 2281488"/>
              <a:gd name="connsiteX1" fmla="*/ 2281488 w 2281488"/>
              <a:gd name="connsiteY1" fmla="*/ 0 h 2281488"/>
              <a:gd name="connsiteX2" fmla="*/ 2281488 w 2281488"/>
              <a:gd name="connsiteY2" fmla="*/ 2281488 h 2281488"/>
              <a:gd name="connsiteX3" fmla="*/ 0 w 2281488"/>
              <a:gd name="connsiteY3" fmla="*/ 2281488 h 2281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1488" h="2281488">
                <a:moveTo>
                  <a:pt x="0" y="0"/>
                </a:moveTo>
                <a:lnTo>
                  <a:pt x="2281488" y="0"/>
                </a:lnTo>
                <a:lnTo>
                  <a:pt x="2281488" y="2281488"/>
                </a:lnTo>
                <a:lnTo>
                  <a:pt x="0" y="2281488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3" name="Picture Placeholder 24">
            <a:extLst>
              <a:ext uri="{FF2B5EF4-FFF2-40B4-BE49-F238E27FC236}">
                <a16:creationId xmlns:a16="http://schemas.microsoft.com/office/drawing/2014/main" id="{60987CD7-1E61-07D2-B179-5524B68E1EE9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>
            <a:spLocks noGrp="1"/>
          </p:cNvSpPr>
          <p:nvPr userDrawn="1">
            <p:ph type="pic" sz="quarter" idx="18"/>
          </p:nvPr>
        </p:nvSpPr>
        <p:spPr>
          <a:xfrm>
            <a:off x="9528326" y="4575873"/>
            <a:ext cx="2663674" cy="2282127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E3EDE68-DC03-72CA-8812-032BBE8CDA37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2B5A2C-FD03-F122-C8E4-B6CB4EC4861B}"/>
              </a:ext>
            </a:extLst>
          </p:cNvPr>
          <p:cNvSpPr>
            <a:spLocks noGrp="1"/>
          </p:cNvSpPr>
          <p:nvPr userDrawn="1">
            <p:ph type="ftr" sz="quarter" idx="19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46414389-5BC5-00A3-92BE-5E87E7C9E3BF}"/>
              </a:ext>
            </a:extLst>
          </p:cNvPr>
          <p:cNvSpPr>
            <a:spLocks noGrp="1"/>
          </p:cNvSpPr>
          <p:nvPr userDrawn="1">
            <p:ph type="dt" sz="half" idx="2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Oval 13">
            <a:extLst>
              <a:ext uri="{FF2B5EF4-FFF2-40B4-BE49-F238E27FC236}">
                <a16:creationId xmlns:a16="http://schemas.microsoft.com/office/drawing/2014/main" id="{B492ADB2-587E-B1A9-AEBC-1F6E07F2E63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0"/>
            <a:ext cx="2281486" cy="228148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3">
            <a:extLst>
              <a:ext uri="{FF2B5EF4-FFF2-40B4-BE49-F238E27FC236}">
                <a16:creationId xmlns:a16="http://schemas.microsoft.com/office/drawing/2014/main" id="{92E441E4-4327-1C3A-4D55-41FD3ECB9B6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2281484" y="0"/>
            <a:ext cx="2281484" cy="2294867"/>
          </a:xfrm>
          <a:custGeom>
            <a:avLst/>
            <a:gdLst>
              <a:gd name="connsiteX0" fmla="*/ 0 w 1973001"/>
              <a:gd name="connsiteY0" fmla="*/ 0 h 1973001"/>
              <a:gd name="connsiteX1" fmla="*/ 1973001 w 1973001"/>
              <a:gd name="connsiteY1" fmla="*/ 0 h 1973001"/>
              <a:gd name="connsiteX2" fmla="*/ 1973001 w 1973001"/>
              <a:gd name="connsiteY2" fmla="*/ 1973001 h 197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3001" h="1973001">
                <a:moveTo>
                  <a:pt x="0" y="0"/>
                </a:moveTo>
                <a:lnTo>
                  <a:pt x="1973001" y="0"/>
                </a:lnTo>
                <a:lnTo>
                  <a:pt x="1973001" y="19730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99526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, 6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CAAAA72-0635-9135-A730-ECC45A4397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78F1E9F-8DC0-3F47-3713-0A6BECA4A23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42963" y="2483403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01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5229F71-3CE4-1A56-A454-B19344890E2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384268" y="2308163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12F71417-AF87-8BCD-86C2-D6D8455F675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84403" y="3221092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EF0D168-760E-3567-B5E3-6EB79B152A5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1805" y="2483403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0ECA0-C9A9-7F6F-DDEE-49117E596C8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962577" y="2308163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CB9C6248-FAAF-2686-9707-F8099CFE5465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962712" y="3221092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C9235EC0-5363-881D-ECDD-99F83432317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994871" y="2483403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03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787FA2C-E603-94B3-BA10-F6645705849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535137" y="2308163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9" name="Content Placeholder 2">
            <a:extLst>
              <a:ext uri="{FF2B5EF4-FFF2-40B4-BE49-F238E27FC236}">
                <a16:creationId xmlns:a16="http://schemas.microsoft.com/office/drawing/2014/main" id="{7664AE50-9F09-679F-6A2C-FCFE2305B0FB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8541021" y="3221092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D091BDB1-D06A-F20F-BD0A-FA4BEE12E67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42963" y="4344531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04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4B2A11E-0D27-4D46-A91D-448866797E4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384268" y="4174631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2" name="Content Placeholder 2">
            <a:extLst>
              <a:ext uri="{FF2B5EF4-FFF2-40B4-BE49-F238E27FC236}">
                <a16:creationId xmlns:a16="http://schemas.microsoft.com/office/drawing/2014/main" id="{ABE6E289-1987-1965-BF2F-9BA862779B9C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1384403" y="5087560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35A2DADA-11CE-0CFF-67A5-C675A9F7976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421805" y="4344531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05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89CDCE3-2BC6-3295-3B7D-D64BF96C5457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962577" y="4174631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5" name="Content Placeholder 2">
            <a:extLst>
              <a:ext uri="{FF2B5EF4-FFF2-40B4-BE49-F238E27FC236}">
                <a16:creationId xmlns:a16="http://schemas.microsoft.com/office/drawing/2014/main" id="{CD76792D-C530-0E2F-8D16-3B89EFFB4FF6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4962712" y="5087560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436CB067-7239-D038-646D-52E7105AE7E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994871" y="4344531"/>
            <a:ext cx="434758" cy="385763"/>
          </a:xfrm>
        </p:spPr>
        <p:txBody>
          <a:bodyPr lIns="0" tIns="0" rIns="0" bIns="0" anchor="b">
            <a:noAutofit/>
          </a:bodyPr>
          <a:lstStyle>
            <a:lvl1pPr marL="0" indent="0" algn="ctr">
              <a:buNone/>
              <a:defRPr>
                <a:latin typeface="+mj-lt"/>
              </a:defRPr>
            </a:lvl1pPr>
          </a:lstStyle>
          <a:p>
            <a:pPr lvl="0"/>
            <a:r>
              <a:rPr lang="en-GB"/>
              <a:t>06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BA33470-6404-0E70-04B0-CDCAA18D4361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535137" y="4174631"/>
            <a:ext cx="2812863" cy="78896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800" baseline="0">
                <a:latin typeface="+mj-lt"/>
                <a:ea typeface="+mj-ea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8" name="Content Placeholder 2">
            <a:extLst>
              <a:ext uri="{FF2B5EF4-FFF2-40B4-BE49-F238E27FC236}">
                <a16:creationId xmlns:a16="http://schemas.microsoft.com/office/drawing/2014/main" id="{068F9459-BC8A-0B9B-0553-20FAA0BDB905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8541021" y="5087560"/>
            <a:ext cx="2812594" cy="72058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791D491-74AF-1110-DE2A-F94B0F8C0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7687739-4F1B-4886-C248-53466C296513}"/>
              </a:ext>
            </a:extLst>
          </p:cNvPr>
          <p:cNvSpPr>
            <a:spLocks noGrp="1"/>
          </p:cNvSpPr>
          <p:nvPr>
            <p:ph type="dt" sz="half" idx="42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4/6/2026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0578B1-7D93-F923-4A39-FF6F2B37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3E59676-000B-23C4-A79E-6F7EF618E4F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D8FF8B4-211F-D599-8942-4CEA19F21D3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F73199D-15C0-5009-084E-702074F044D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B3DC668-E35A-3B70-A10C-247B5A01BBB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530376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quence Number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91D9F7-2AF5-7E15-28CD-C5189318CC9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0"/>
            <a:ext cx="218122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575A47E-66DF-0DFE-6068-FCE75A83C7A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6653" y="2558836"/>
            <a:ext cx="6735597" cy="3793838"/>
          </a:xfrm>
        </p:spPr>
        <p:txBody>
          <a:bodyPr lIns="0" tIns="0" rIns="0" bIns="0" anchor="t">
            <a:noAutofit/>
          </a:bodyPr>
          <a:lstStyle>
            <a:lvl1pPr algn="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4D9E87A-1CDC-4014-2314-39FC7B07C8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flipH="1">
            <a:off x="1000125" y="1316037"/>
            <a:ext cx="3230562" cy="4541837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3" name="Text Placeholder 2">
            <a:extLs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0350334" y="1649960"/>
            <a:ext cx="831916" cy="597807"/>
          </a:xfrm>
        </p:spPr>
        <p:txBody>
          <a:bodyPr lIns="0" tIns="0" rIns="0" bIns="0" anchor="b">
            <a:noAutofit/>
          </a:bodyPr>
          <a:lstStyle>
            <a:lvl1pPr marL="0" indent="0" algn="r">
              <a:buNone/>
              <a:defRPr sz="2600" baseline="0">
                <a:solidFill>
                  <a:schemeClr val="tx1"/>
                </a:solidFill>
                <a:latin typeface="+mj-lt"/>
                <a:ea typeface="+mj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9054A355-1144-8E9E-0708-A56938F03394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4/6/2026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B79E66C-660C-8962-2CA8-5B57D171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AF8B1-E706-AD9A-FD16-CE6704805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0703BCA-69C2-3D24-7F07-71DD32C3B70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029074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ADD3443-0734-5152-8D04-B2D94110150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657724" y="0"/>
            <a:ext cx="561975" cy="1123950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402BE0-455F-CF23-B696-A4F06F44109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5862637"/>
            <a:ext cx="1000125" cy="10001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9137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4-item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8">
            <a:extLst>
              <a:ext uri="{FF2B5EF4-FFF2-40B4-BE49-F238E27FC236}">
                <a16:creationId xmlns:a16="http://schemas.microsoft.com/office/drawing/2014/main" id="{DDD22BDB-6215-B88F-E45B-801DAF53832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9910514" y="4576512"/>
            <a:ext cx="2281488" cy="22814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7420" y="1130299"/>
            <a:ext cx="8510403" cy="1142367"/>
          </a:xfrm>
        </p:spPr>
        <p:txBody>
          <a:bodyPr lIns="0" tIns="0" rIns="0" bIns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" name="Oval 9">
            <a:extLst>
              <a:ext uri="{FF2B5EF4-FFF2-40B4-BE49-F238E27FC236}">
                <a16:creationId xmlns:a16="http://schemas.microsoft.com/office/drawing/2014/main" id="{3B8FB568-40CA-4614-DF0C-2C6D33DBF8E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9910514" y="2294706"/>
            <a:ext cx="2281486" cy="228148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Oval 5">
            <a:extLst>
              <a:ext uri="{FF2B5EF4-FFF2-40B4-BE49-F238E27FC236}">
                <a16:creationId xmlns:a16="http://schemas.microsoft.com/office/drawing/2014/main" id="{19509B16-033B-8F64-FFC4-DDE5E8D48D5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60400" y="1853249"/>
            <a:ext cx="307937" cy="30793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4A002548-DE85-310F-C8D5-5305547E86E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853249"/>
            <a:ext cx="660400" cy="3079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Straight Connector 3">
            <a:extLst>
              <a:ext uri="{FF2B5EF4-FFF2-40B4-BE49-F238E27FC236}">
                <a16:creationId xmlns:a16="http://schemas.microsoft.com/office/drawing/2014/main" id="{F86D542F-38EC-61DB-7AD9-6453D6F0E4A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07420" y="3192992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4">
            <a:extLst>
              <a:ext uri="{FF2B5EF4-FFF2-40B4-BE49-F238E27FC236}">
                <a16:creationId xmlns:a16="http://schemas.microsoft.com/office/drawing/2014/main" id="{D17BECAB-B66B-0943-7AF6-21611173DC3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07420" y="3192992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D6161399-D3CD-2B6A-7B5A-A173236E9A9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107421" y="2782957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90822DB5-2A32-BB84-BE71-30DA82316A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07420" y="3300177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cxnSp>
        <p:nvCxnSpPr>
          <p:cNvPr id="44" name="Straight Connector 3">
            <a:extLst>
              <a:ext uri="{FF2B5EF4-FFF2-40B4-BE49-F238E27FC236}">
                <a16:creationId xmlns:a16="http://schemas.microsoft.com/office/drawing/2014/main" id="{456CED7D-93B5-34BD-84D6-825AD84C449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802105" y="3192992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">
            <a:extLst>
              <a:ext uri="{FF2B5EF4-FFF2-40B4-BE49-F238E27FC236}">
                <a16:creationId xmlns:a16="http://schemas.microsoft.com/office/drawing/2014/main" id="{12B87474-83B0-2583-6BEB-DBB264CC1B3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802105" y="3192992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55BFE79B-8E6A-D9C7-8A98-4A21A96FDC4B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4802106" y="2782957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F5A556EA-CC4F-1770-022A-C73BB2B9835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02105" y="3300177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cxnSp>
        <p:nvCxnSpPr>
          <p:cNvPr id="52" name="Straight Connector 3">
            <a:extLst>
              <a:ext uri="{FF2B5EF4-FFF2-40B4-BE49-F238E27FC236}">
                <a16:creationId xmlns:a16="http://schemas.microsoft.com/office/drawing/2014/main" id="{664CF928-1384-68A8-D1B4-8DEB8E0FF21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07420" y="5056594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4">
            <a:extLst>
              <a:ext uri="{FF2B5EF4-FFF2-40B4-BE49-F238E27FC236}">
                <a16:creationId xmlns:a16="http://schemas.microsoft.com/office/drawing/2014/main" id="{82427830-33ED-2D71-F1A1-A803CC6A334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07420" y="5056594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A01FC06B-A087-E474-D4A7-336F08F727D1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1107421" y="4646559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10">
            <a:extLst>
              <a:ext uri="{FF2B5EF4-FFF2-40B4-BE49-F238E27FC236}">
                <a16:creationId xmlns:a16="http://schemas.microsoft.com/office/drawing/2014/main" id="{E6AD28EF-5FD9-495F-E6E5-08E2C0E0B5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07420" y="5163779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cxnSp>
        <p:nvCxnSpPr>
          <p:cNvPr id="48" name="Straight Connector 3">
            <a:extLst>
              <a:ext uri="{FF2B5EF4-FFF2-40B4-BE49-F238E27FC236}">
                <a16:creationId xmlns:a16="http://schemas.microsoft.com/office/drawing/2014/main" id="{94AEDC53-C272-2AB2-5E5D-F72DAB0DD2C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802105" y="5056594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">
            <a:extLst>
              <a:ext uri="{FF2B5EF4-FFF2-40B4-BE49-F238E27FC236}">
                <a16:creationId xmlns:a16="http://schemas.microsoft.com/office/drawing/2014/main" id="{055C88A9-A0AC-5C27-5E5E-84D680EBD2F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802105" y="5056594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335D000D-A853-BF2A-796C-5BB4089FE151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4802106" y="4646559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10">
            <a:extLst>
              <a:ext uri="{FF2B5EF4-FFF2-40B4-BE49-F238E27FC236}">
                <a16:creationId xmlns:a16="http://schemas.microsoft.com/office/drawing/2014/main" id="{B774CFC3-0318-B4D5-3562-72284B097DF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02105" y="5163779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60D48F82-45FC-A36B-0146-5E8D370B7C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 dirty="0"/>
              <a:t>03/10/2025</a:t>
            </a:r>
            <a:fld id="{8A60B404-9532-4DA8-8A40-EC339A5BE635}" type="datetime1">
              <a:rPr lang="en-US" smtClean="0"/>
              <a:pPr/>
              <a:t>4/6/2026</a:t>
            </a:fld>
            <a:endParaRPr lang="en-US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0ACEA3CE-FEF8-2294-2081-7C50B08B5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C5CEDF45-2CB7-35F2-5138-54DBA2ADD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5501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38FCA36-95FF-0CF9-4C71-A29C3BB461F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6352978" y="5094751"/>
            <a:ext cx="5839022" cy="17632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A648C6-FC37-4FD3-5FDC-5E5E3F26E8B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452077" y="5094751"/>
            <a:ext cx="2435651" cy="17632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06CF2DE-B200-6DAF-AECE-B0AC0EBBE85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84284" y="5087717"/>
            <a:ext cx="1767791" cy="17677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F99B1E-C976-1CCB-CC3E-9D2C53570AC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090208"/>
            <a:ext cx="1675844" cy="17677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002700D-8F0A-455D-21D1-F8BB7751DE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5622" y="914399"/>
            <a:ext cx="9900753" cy="1358269"/>
          </a:xfrm>
        </p:spPr>
        <p:txBody>
          <a:bodyPr lIns="0" tIns="0" rIns="0" b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14">
            <a:extLst>
              <a:ext uri="{FF2B5EF4-FFF2-40B4-BE49-F238E27FC236}">
                <a16:creationId xmlns:a16="http://schemas.microsoft.com/office/drawing/2014/main" id="{6B768E5A-52FF-F75D-AA3B-1C8B6D15283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45621" y="2756388"/>
            <a:ext cx="9900753" cy="1358269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DCD4A4BC-F473-7413-C2A5-D07EAE5E27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4/6/2026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05824B8-6C3A-C914-421D-91C765DD5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E9B860AA-5834-E732-09EE-0B4C2B021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cxnSp>
        <p:nvCxnSpPr>
          <p:cNvPr id="2" name="Straight Connector 46">
            <a:extLst>
              <a:ext uri="{FF2B5EF4-FFF2-40B4-BE49-F238E27FC236}">
                <a16:creationId xmlns:a16="http://schemas.microsoft.com/office/drawing/2014/main" id="{D50F56C8-02F6-1FF2-BC4F-491AE782A13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07420" y="2494027"/>
            <a:ext cx="6688772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285A2FB0-A9D4-F67C-4217-C01C336F90B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60400" y="1853249"/>
            <a:ext cx="307937" cy="30793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442AF1-E4D2-F10A-B32F-2E74526257D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853249"/>
            <a:ext cx="660400" cy="3079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64687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2-item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6">
            <a:extLst>
              <a:ext uri="{FF2B5EF4-FFF2-40B4-BE49-F238E27FC236}">
                <a16:creationId xmlns:a16="http://schemas.microsoft.com/office/drawing/2014/main" id="{3CA77268-47A6-DBA8-B49A-089CF0ABA55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693482" y="177403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457AE0FC-167D-DCD4-7E90-08F6C5CF534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348000" y="177404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Rectangle 11">
            <a:extLst>
              <a:ext uri="{FF2B5EF4-FFF2-40B4-BE49-F238E27FC236}">
                <a16:creationId xmlns:a16="http://schemas.microsoft.com/office/drawing/2014/main" id="{6CB3C578-3B25-DE12-0521-367F4E72122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 flipV="1">
            <a:off x="6007099" y="673099"/>
            <a:ext cx="177801" cy="1219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Oval 5">
            <a:extLst>
              <a:ext uri="{FF2B5EF4-FFF2-40B4-BE49-F238E27FC236}">
                <a16:creationId xmlns:a16="http://schemas.microsoft.com/office/drawing/2014/main" id="{E81BD741-F30D-3EC0-3E21-FE8EDC56FE9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60400" y="1853249"/>
            <a:ext cx="307937" cy="30793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B78CB1F1-43DC-84A2-DB38-42CED8A6D0D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853249"/>
            <a:ext cx="660400" cy="3079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Straight Connector 3">
            <a:extLst>
              <a:ext uri="{FF2B5EF4-FFF2-40B4-BE49-F238E27FC236}">
                <a16:creationId xmlns:a16="http://schemas.microsoft.com/office/drawing/2014/main" id="{13D9D504-F065-099D-DFC5-03AAFA58A1D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07420" y="3192992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>
            <a:extLst>
              <a:ext uri="{FF2B5EF4-FFF2-40B4-BE49-F238E27FC236}">
                <a16:creationId xmlns:a16="http://schemas.microsoft.com/office/drawing/2014/main" id="{6DFB1812-ACA6-4DC3-03F0-C2E6122DF09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07420" y="3192992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3">
            <a:extLst>
              <a:ext uri="{FF2B5EF4-FFF2-40B4-BE49-F238E27FC236}">
                <a16:creationId xmlns:a16="http://schemas.microsoft.com/office/drawing/2014/main" id="{03BC5B12-08AC-2BFA-4EDD-13EA2E2980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07420" y="5056594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4">
            <a:extLst>
              <a:ext uri="{FF2B5EF4-FFF2-40B4-BE49-F238E27FC236}">
                <a16:creationId xmlns:a16="http://schemas.microsoft.com/office/drawing/2014/main" id="{A93A9BBB-A674-5564-A878-E3CA286CAE7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07420" y="5056594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1">
            <a:extLst>
              <a:ext uri="{FF2B5EF4-FFF2-40B4-BE49-F238E27FC236}">
                <a16:creationId xmlns:a16="http://schemas.microsoft.com/office/drawing/2014/main" id="{09CCEDB7-7782-5D8A-FC68-FF822CFE46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7420" y="1130299"/>
            <a:ext cx="8510403" cy="1142367"/>
          </a:xfrm>
        </p:spPr>
        <p:txBody>
          <a:bodyPr lIns="0" tIns="0" rIns="0" bIns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7F44296-638D-5B08-2F89-F8907F3138E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107421" y="2782957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5EBA686-575C-E191-F98A-C0EBBA4F530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07420" y="3300177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147DF147-0973-9BC0-59E9-EA9637F0FED1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1107421" y="4646559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BC0FA2C4-2DCC-57D2-A4A8-C0E7A91A23B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07420" y="5163779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26F9B4D9-EE44-B302-2788-6E680765993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5063067" y="2691208"/>
            <a:ext cx="6196604" cy="3331705"/>
          </a:xfrm>
          <a:custGeom>
            <a:avLst/>
            <a:gdLst>
              <a:gd name="connsiteX0" fmla="*/ 0 w 6196604"/>
              <a:gd name="connsiteY0" fmla="*/ 0 h 3331705"/>
              <a:gd name="connsiteX1" fmla="*/ 6196604 w 6196604"/>
              <a:gd name="connsiteY1" fmla="*/ 0 h 3331705"/>
              <a:gd name="connsiteX2" fmla="*/ 6196604 w 6196604"/>
              <a:gd name="connsiteY2" fmla="*/ 3331705 h 3331705"/>
              <a:gd name="connsiteX3" fmla="*/ 0 w 6196604"/>
              <a:gd name="connsiteY3" fmla="*/ 3331705 h 33317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96604" h="3331705">
                <a:moveTo>
                  <a:pt x="0" y="0"/>
                </a:moveTo>
                <a:lnTo>
                  <a:pt x="6196604" y="0"/>
                </a:lnTo>
                <a:lnTo>
                  <a:pt x="6196604" y="3331705"/>
                </a:lnTo>
                <a:lnTo>
                  <a:pt x="0" y="333170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60D48F82-45FC-A36B-0146-5E8D370B7C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 dirty="0"/>
              <a:t>03/10/2025</a:t>
            </a:r>
            <a:fld id="{8A60B404-9532-4DA8-8A40-EC339A5BE635}" type="datetime1">
              <a:rPr lang="en-US" smtClean="0"/>
              <a:pPr/>
              <a:t>4/6/2026</a:t>
            </a:fld>
            <a:endParaRPr lang="en-US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0ACEA3CE-FEF8-2294-2081-7C50B08B5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C5CEDF45-2CB7-35F2-5138-54DBA2ADD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2254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5537B8F7-E751-7CEB-6DD9-B42C2FD723C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9910511" y="4576513"/>
            <a:ext cx="2281488" cy="22814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F57799BE-E2E8-5386-4E50-78667C4C3B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8085" y="355600"/>
            <a:ext cx="8201660" cy="2837603"/>
          </a:xfrm>
        </p:spPr>
        <p:txBody>
          <a:bodyPr lIns="0" tIns="0" rIns="0" bIns="0">
            <a:no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9" name="Subtitle 9">
            <a:extLst>
              <a:ext uri="{FF2B5EF4-FFF2-40B4-BE49-F238E27FC236}">
                <a16:creationId xmlns:a16="http://schemas.microsoft.com/office/drawing/2014/main" id="{2C3C4BD9-EA24-4419-395F-2ED13A13051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8085" y="3465211"/>
            <a:ext cx="6982460" cy="110072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n-CN"/>
              <a:t>Clikc to edit Master subtitle style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5B1E7BAB-714E-16DE-838B-DD3C944447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4/6/2026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300E782-589F-8882-4679-6D4626FE0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6AEB95B-6A8F-4EAD-1687-68BF0E2AD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reeform: Shape 1">
            <a:extLst>
              <a:ext uri="{FF2B5EF4-FFF2-40B4-BE49-F238E27FC236}">
                <a16:creationId xmlns:a16="http://schemas.microsoft.com/office/drawing/2014/main" id="{76378701-6465-5DA7-D893-B28EDACEEB3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9910513" y="2284786"/>
            <a:ext cx="2281487" cy="2291727"/>
          </a:xfrm>
          <a:custGeom>
            <a:avLst/>
            <a:gdLst>
              <a:gd name="connsiteX0" fmla="*/ 6827356 w 6827356"/>
              <a:gd name="connsiteY0" fmla="*/ 6858000 h 6858000"/>
              <a:gd name="connsiteX1" fmla="*/ 6818959 w 6827356"/>
              <a:gd name="connsiteY1" fmla="*/ 6858000 h 6858000"/>
              <a:gd name="connsiteX2" fmla="*/ 0 w 6827356"/>
              <a:gd name="connsiteY2" fmla="*/ 0 h 6858000"/>
              <a:gd name="connsiteX3" fmla="*/ 6827356 w 6827356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27356" h="6858000">
                <a:moveTo>
                  <a:pt x="6827356" y="6858000"/>
                </a:moveTo>
                <a:lnTo>
                  <a:pt x="6818959" y="6858000"/>
                </a:lnTo>
                <a:lnTo>
                  <a:pt x="0" y="0"/>
                </a:lnTo>
                <a:lnTo>
                  <a:pt x="682735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" name="Oval 6">
            <a:extLst>
              <a:ext uri="{FF2B5EF4-FFF2-40B4-BE49-F238E27FC236}">
                <a16:creationId xmlns:a16="http://schemas.microsoft.com/office/drawing/2014/main" id="{0A5B844E-3667-B2D2-8C28-BCDE9C01DC2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10514" y="0"/>
            <a:ext cx="2281486" cy="228148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02809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305CB43-6584-B990-A6AF-D56EDAC943B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6513"/>
            <a:ext cx="2281488" cy="22814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F36D05A-80E9-C912-631C-020FB6C7B7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14065" y="355600"/>
            <a:ext cx="8201660" cy="2837603"/>
          </a:xfrm>
        </p:spPr>
        <p:txBody>
          <a:bodyPr lIns="0" tIns="0" rIns="0" bIns="0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431E9181-3767-0683-848A-A04AD81103B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33265" y="3429000"/>
            <a:ext cx="6982460" cy="1100727"/>
          </a:xfrm>
        </p:spPr>
        <p:txBody>
          <a:bodyPr lIns="0" tIns="0" rIns="0" bIns="0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n-CN"/>
              <a:t>Clikc to edit Master subtitle style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D5F2E121-23DB-EE92-5A6F-9C14E579B4B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91E89D-E6E4-4258-C5B2-951DE6299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3B216FA-3264-2E8A-CB95-2A77936FB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57C57ED-577F-5153-1162-EAF7FD33342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281486" cy="228148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5ABEA6E9-B107-316F-C7B8-6EAC137922A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V="1">
            <a:off x="-1" y="2284786"/>
            <a:ext cx="2281487" cy="2291727"/>
          </a:xfrm>
          <a:custGeom>
            <a:avLst/>
            <a:gdLst>
              <a:gd name="connsiteX0" fmla="*/ 6827356 w 6827356"/>
              <a:gd name="connsiteY0" fmla="*/ 6858000 h 6858000"/>
              <a:gd name="connsiteX1" fmla="*/ 6818959 w 6827356"/>
              <a:gd name="connsiteY1" fmla="*/ 6858000 h 6858000"/>
              <a:gd name="connsiteX2" fmla="*/ 0 w 6827356"/>
              <a:gd name="connsiteY2" fmla="*/ 0 h 6858000"/>
              <a:gd name="connsiteX3" fmla="*/ 6827356 w 6827356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27356" h="6858000">
                <a:moveTo>
                  <a:pt x="6827356" y="6858000"/>
                </a:moveTo>
                <a:lnTo>
                  <a:pt x="6818959" y="6858000"/>
                </a:lnTo>
                <a:lnTo>
                  <a:pt x="0" y="0"/>
                </a:lnTo>
                <a:lnTo>
                  <a:pt x="682735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25634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4-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1E932CF8-809C-FD53-EC2F-3F8B262C9E10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628775" y="2362200"/>
            <a:ext cx="1122363" cy="1482577"/>
          </a:xfrm>
        </p:spPr>
        <p:txBody>
          <a:bodyPr/>
          <a:lstStyle/>
          <a:p>
            <a:endParaRPr lang="en-GB"/>
          </a:p>
        </p:txBody>
      </p:sp>
      <p:sp>
        <p:nvSpPr>
          <p:cNvPr id="35" name="Text Placeholder 35">
            <a:extLst>
              <a:ext uri="{FF2B5EF4-FFF2-40B4-BE49-F238E27FC236}">
                <a16:creationId xmlns:a16="http://schemas.microsoft.com/office/drawing/2014/main" id="{C5471E28-499C-13C5-B42B-B8FC431D733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930248" y="2355585"/>
            <a:ext cx="2683398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0A5EC27E-AE02-883E-31F5-32208B9F14C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930248" y="3099711"/>
            <a:ext cx="2683398" cy="789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3" name="Picture Placeholder 30">
            <a:extLst>
              <a:ext uri="{FF2B5EF4-FFF2-40B4-BE49-F238E27FC236}">
                <a16:creationId xmlns:a16="http://schemas.microsoft.com/office/drawing/2014/main" id="{5771AF9B-91C5-4FCF-3268-BEF15CB2C65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578356" y="2362200"/>
            <a:ext cx="1122363" cy="1482577"/>
          </a:xfrm>
        </p:spPr>
        <p:txBody>
          <a:bodyPr/>
          <a:lstStyle/>
          <a:p>
            <a:endParaRPr lang="en-GB"/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16CD61A4-9D01-CB18-B80D-F0D20394AF2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876966" y="2355585"/>
            <a:ext cx="2683398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Text Placeholder 35">
            <a:extLst>
              <a:ext uri="{FF2B5EF4-FFF2-40B4-BE49-F238E27FC236}">
                <a16:creationId xmlns:a16="http://schemas.microsoft.com/office/drawing/2014/main" id="{EA936668-A06C-15E6-9A5A-A170E3C8A6D7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876966" y="3099711"/>
            <a:ext cx="2683398" cy="789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2" name="Picture Placeholder 30">
            <a:extLst>
              <a:ext uri="{FF2B5EF4-FFF2-40B4-BE49-F238E27FC236}">
                <a16:creationId xmlns:a16="http://schemas.microsoft.com/office/drawing/2014/main" id="{66E6D2AA-72F5-D5EB-9F7A-61EFDB86790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1628775" y="4307775"/>
            <a:ext cx="1122363" cy="1482577"/>
          </a:xfrm>
        </p:spPr>
        <p:txBody>
          <a:bodyPr/>
          <a:lstStyle/>
          <a:p>
            <a:endParaRPr lang="en-GB"/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06D78574-9004-D5A4-06C4-6DE8A9BCBC0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2930248" y="4280325"/>
            <a:ext cx="2683398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9A4992FB-C1F4-515B-6938-346345DE2B8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930248" y="5024451"/>
            <a:ext cx="2683398" cy="789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4" name="Picture Placeholder 30">
            <a:extLst>
              <a:ext uri="{FF2B5EF4-FFF2-40B4-BE49-F238E27FC236}">
                <a16:creationId xmlns:a16="http://schemas.microsoft.com/office/drawing/2014/main" id="{D7A8246B-3515-AD53-2508-3FC029202DA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578356" y="4307775"/>
            <a:ext cx="1122363" cy="1482577"/>
          </a:xfrm>
        </p:spPr>
        <p:txBody>
          <a:bodyPr/>
          <a:lstStyle/>
          <a:p>
            <a:endParaRPr lang="en-GB"/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1FFCB778-56FA-17FD-49C7-D7F1BDD26C1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876966" y="4280325"/>
            <a:ext cx="2683398" cy="609600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2" name="Text Placeholder 35">
            <a:extLst>
              <a:ext uri="{FF2B5EF4-FFF2-40B4-BE49-F238E27FC236}">
                <a16:creationId xmlns:a16="http://schemas.microsoft.com/office/drawing/2014/main" id="{7AAE6DE1-1F3D-F4AB-184E-8A3A4CEDCDC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876966" y="5024451"/>
            <a:ext cx="2683398" cy="78965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AF563E81-A6F0-648D-DCF7-BFF1870E755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4/6/2026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3BA8BAB-E3F7-7F34-F87D-AA46C571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3977F9-FC55-44B0-53B8-ADB4C12E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reeform: Shape 59">
            <a:extLst>
              <a:ext uri="{FF2B5EF4-FFF2-40B4-BE49-F238E27FC236}">
                <a16:creationId xmlns:a16="http://schemas.microsoft.com/office/drawing/2014/main" id="{EB1495DF-573A-3AAB-5854-8A09491BAAD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886461" y="0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BD49C3F5-81F6-6E72-50FF-8F3AEFA131C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11538341" y="890"/>
            <a:ext cx="654549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2EEEEF2-460E-B70B-6230-10A7994EF00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-889" y="6204342"/>
            <a:ext cx="654546" cy="65276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Freeform: Shape 59">
            <a:extLst>
              <a:ext uri="{FF2B5EF4-FFF2-40B4-BE49-F238E27FC236}">
                <a16:creationId xmlns:a16="http://schemas.microsoft.com/office/drawing/2014/main" id="{C4E3626D-71B6-6652-8FE1-40921DF0568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652769" y="6203452"/>
            <a:ext cx="652769" cy="654548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25617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4-item Lis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Text Placeholder 35">
            <a:extLst>
              <a:ext uri="{FF2B5EF4-FFF2-40B4-BE49-F238E27FC236}">
                <a16:creationId xmlns:a16="http://schemas.microsoft.com/office/drawing/2014/main" id="{A6D91015-EB22-C504-4A41-5D8469D6BF3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064866" y="2456269"/>
            <a:ext cx="3568837" cy="60960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Text Placeholder 35">
            <a:extLst>
              <a:ext uri="{FF2B5EF4-FFF2-40B4-BE49-F238E27FC236}">
                <a16:creationId xmlns:a16="http://schemas.microsoft.com/office/drawing/2014/main" id="{532D2B12-D41E-8DA0-8841-A776ACF4492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064866" y="3200395"/>
            <a:ext cx="3568837" cy="78965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2" name="Text Placeholder 35">
            <a:extLst>
              <a:ext uri="{FF2B5EF4-FFF2-40B4-BE49-F238E27FC236}">
                <a16:creationId xmlns:a16="http://schemas.microsoft.com/office/drawing/2014/main" id="{40A11E8F-696A-E4EF-90AF-7299A387E89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556353" y="2456269"/>
            <a:ext cx="3568837" cy="60960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3" name="Text Placeholder 35">
            <a:extLst>
              <a:ext uri="{FF2B5EF4-FFF2-40B4-BE49-F238E27FC236}">
                <a16:creationId xmlns:a16="http://schemas.microsoft.com/office/drawing/2014/main" id="{ED0764D2-EF05-95D7-E518-B428DEA78A5B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556353" y="3200395"/>
            <a:ext cx="3568837" cy="78965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4" name="Text Placeholder 35">
            <a:extLst>
              <a:ext uri="{FF2B5EF4-FFF2-40B4-BE49-F238E27FC236}">
                <a16:creationId xmlns:a16="http://schemas.microsoft.com/office/drawing/2014/main" id="{C07DDEA9-66DD-7AAA-0D2F-798B2B9629EE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2064866" y="4332161"/>
            <a:ext cx="3568837" cy="60960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5" name="Text Placeholder 35">
            <a:extLst>
              <a:ext uri="{FF2B5EF4-FFF2-40B4-BE49-F238E27FC236}">
                <a16:creationId xmlns:a16="http://schemas.microsoft.com/office/drawing/2014/main" id="{D27F749F-CAF5-FF7B-7CF9-192E8764322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2064866" y="5076287"/>
            <a:ext cx="3568837" cy="78965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BC192F01-6AB2-5F7C-6D0A-CB9465FB2B17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556353" y="4332161"/>
            <a:ext cx="3568837" cy="60960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aseline="0">
                <a:latin typeface="+mj-lt"/>
                <a:ea typeface="+mj-ea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defRPr sz="1800"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Text Placeholder 35">
            <a:extLst>
              <a:ext uri="{FF2B5EF4-FFF2-40B4-BE49-F238E27FC236}">
                <a16:creationId xmlns:a16="http://schemas.microsoft.com/office/drawing/2014/main" id="{92B7605E-FACE-97D3-9DDD-CBD52582C52F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556353" y="5076287"/>
            <a:ext cx="3568837" cy="789658"/>
          </a:xfrm>
        </p:spPr>
        <p:txBody>
          <a:bodyPr>
            <a:noAutofit/>
          </a:bodyPr>
          <a:lstStyle>
            <a:lvl1pPr marL="0" indent="0" algn="ctr">
              <a:spcBef>
                <a:spcPts val="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algn="ctr">
              <a:spcBef>
                <a:spcPts val="0"/>
              </a:spcBef>
              <a:defRPr sz="1400"/>
            </a:lvl2pPr>
            <a:lvl3pPr algn="ctr">
              <a:spcBef>
                <a:spcPts val="0"/>
              </a:spcBef>
              <a:defRPr sz="1400"/>
            </a:lvl3pPr>
            <a:lvl4pPr algn="ctr">
              <a:spcBef>
                <a:spcPts val="0"/>
              </a:spcBef>
              <a:defRPr sz="1400"/>
            </a:lvl4pPr>
            <a:lvl5pPr algn="ctr">
              <a:spcBef>
                <a:spcPts val="0"/>
              </a:spcBef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3077065C-2494-1885-831E-3BA6D45D1B2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174751" y="6400800"/>
            <a:ext cx="2743200" cy="266700"/>
          </a:xfrm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pPr/>
              <a:t>4/6/2026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3BA8BAB-E3F7-7F34-F87D-AA46C5710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3977F9-FC55-44B0-53B8-ADB4C12EC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: Shape 16">
            <a:extLst>
              <a:ext uri="{FF2B5EF4-FFF2-40B4-BE49-F238E27FC236}">
                <a16:creationId xmlns:a16="http://schemas.microsoft.com/office/drawing/2014/main" id="{9495CF4B-5A18-C9CB-401F-E668B73D1DF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86467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Freeform: Shape 17">
            <a:extLst>
              <a:ext uri="{FF2B5EF4-FFF2-40B4-BE49-F238E27FC236}">
                <a16:creationId xmlns:a16="http://schemas.microsoft.com/office/drawing/2014/main" id="{A3A58E7B-24DB-5995-5E8D-E19B88CD122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764589" y="0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Freeform: Shape 19">
            <a:extLst>
              <a:ext uri="{FF2B5EF4-FFF2-40B4-BE49-F238E27FC236}">
                <a16:creationId xmlns:a16="http://schemas.microsoft.com/office/drawing/2014/main" id="{7AEF2BAC-C579-9EFD-2089-8AAF5C6A931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0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7" name="Freeform: Shape 18">
            <a:extLst>
              <a:ext uri="{FF2B5EF4-FFF2-40B4-BE49-F238E27FC236}">
                <a16:creationId xmlns:a16="http://schemas.microsoft.com/office/drawing/2014/main" id="{5D70562F-DEEF-5606-F5E8-63AEA8B627A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478123" y="6003177"/>
            <a:ext cx="427411" cy="854823"/>
          </a:xfrm>
          <a:custGeom>
            <a:avLst/>
            <a:gdLst>
              <a:gd name="connsiteX0" fmla="*/ 561975 w 561975"/>
              <a:gd name="connsiteY0" fmla="*/ 0 h 1123950"/>
              <a:gd name="connsiteX1" fmla="*/ 561975 w 561975"/>
              <a:gd name="connsiteY1" fmla="*/ 1123950 h 1123950"/>
              <a:gd name="connsiteX2" fmla="*/ 0 w 561975"/>
              <a:gd name="connsiteY2" fmla="*/ 561975 h 1123950"/>
              <a:gd name="connsiteX3" fmla="*/ 561975 w 561975"/>
              <a:gd name="connsiteY3" fmla="*/ 0 h 112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975" h="1123950">
                <a:moveTo>
                  <a:pt x="561975" y="0"/>
                </a:moveTo>
                <a:lnTo>
                  <a:pt x="561975" y="1123950"/>
                </a:lnTo>
                <a:cubicBezTo>
                  <a:pt x="251605" y="1123950"/>
                  <a:pt x="0" y="872345"/>
                  <a:pt x="0" y="561975"/>
                </a:cubicBezTo>
                <a:cubicBezTo>
                  <a:pt x="0" y="251605"/>
                  <a:pt x="251605" y="0"/>
                  <a:pt x="561975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07711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6">
            <a:extLst>
              <a:ext uri="{FF2B5EF4-FFF2-40B4-BE49-F238E27FC236}">
                <a16:creationId xmlns:a16="http://schemas.microsoft.com/office/drawing/2014/main" id="{67A2B41B-7B73-7F7C-BDE4-B64E367EFCF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3066943" y="3479693"/>
            <a:ext cx="311361" cy="64452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" name="Freeform: Shape 59">
            <a:extLst>
              <a:ext uri="{FF2B5EF4-FFF2-40B4-BE49-F238E27FC236}">
                <a16:creationId xmlns:a16="http://schemas.microsoft.com/office/drawing/2014/main" id="{ECD5DF8A-9681-079A-0E04-84852AD0BEB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V="1">
            <a:off x="72519" y="6473316"/>
            <a:ext cx="312166" cy="457202"/>
          </a:xfrm>
          <a:custGeom>
            <a:avLst/>
            <a:gdLst>
              <a:gd name="connsiteX0" fmla="*/ 1497298 w 1497298"/>
              <a:gd name="connsiteY0" fmla="*/ 0 h 1457281"/>
              <a:gd name="connsiteX1" fmla="*/ 0 w 1497298"/>
              <a:gd name="connsiteY1" fmla="*/ 0 h 1457281"/>
              <a:gd name="connsiteX2" fmla="*/ 0 w 1497298"/>
              <a:gd name="connsiteY2" fmla="*/ 1457281 h 1457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97298" h="1457281">
                <a:moveTo>
                  <a:pt x="1497298" y="0"/>
                </a:moveTo>
                <a:lnTo>
                  <a:pt x="0" y="0"/>
                </a:lnTo>
                <a:lnTo>
                  <a:pt x="0" y="1457281"/>
                </a:ln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" name="Rectangle 6">
            <a:extLst>
              <a:ext uri="{FF2B5EF4-FFF2-40B4-BE49-F238E27FC236}">
                <a16:creationId xmlns:a16="http://schemas.microsoft.com/office/drawing/2014/main" id="{826C698D-FB25-B1C4-B155-8945F760337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416414" y="4574671"/>
            <a:ext cx="312166" cy="42544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0DCB0DA2-1A73-EDEF-65E1-746EFDD23CD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1290193" y="5956192"/>
            <a:ext cx="311360" cy="1492256"/>
          </a:xfrm>
          <a:prstGeom prst="rect">
            <a:avLst/>
          </a:pr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49BD555F-4F6F-4781-E21D-653B873455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86783"/>
            <a:ext cx="10504000" cy="1132258"/>
          </a:xfrm>
        </p:spPr>
        <p:txBody>
          <a:bodyPr anchor="ctr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1" y="2187607"/>
            <a:ext cx="10504000" cy="1823347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B0601-C34C-BDF8-8583-9991A91F8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000" y="4202973"/>
            <a:ext cx="10504000" cy="149866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65F96EBD-A9C3-5CC5-2542-574F114028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 lIns="0" tIns="0" rIns="0" bIns="0"/>
          <a:lstStyle/>
          <a:p>
            <a:r>
              <a:rPr lang="en-US" altLang="zh-CN" dirty="0"/>
              <a:t>03/12/2025</a:t>
            </a:r>
            <a:fld id="{FD138C57-8E3B-4697-92F8-0ED9B71F7E17}" type="datetime1">
              <a:rPr lang="en-US" smtClean="0"/>
              <a:t>4/6/2026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D8FB8D1-F05B-FD90-FBC8-67149E0FA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400800"/>
            <a:ext cx="3657600" cy="266700"/>
          </a:xfrm>
        </p:spPr>
        <p:txBody>
          <a:bodyPr lIns="0" tIns="0" rIns="0" bIns="0"/>
          <a:lstStyle>
            <a:lvl1pPr algn="ctr">
              <a:defRPr/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E84F2-1BC7-D2C7-0CEC-215889190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4049" y="6400800"/>
            <a:ext cx="3241675" cy="266700"/>
          </a:xfrm>
        </p:spPr>
        <p:txBody>
          <a:bodyPr lIns="0" tIns="0" rIns="0" bIns="0"/>
          <a:lstStyle>
            <a:lvl1pPr algn="r">
              <a:defRPr/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9089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5-item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9">
            <a:extLst>
              <a:ext uri="{FF2B5EF4-FFF2-40B4-BE49-F238E27FC236}">
                <a16:creationId xmlns:a16="http://schemas.microsoft.com/office/drawing/2014/main" id="{311682DF-43EC-0F07-A7C5-BBE34873ED0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10514" y="4576513"/>
            <a:ext cx="2281486" cy="228148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: Shape 4">
            <a:extLst>
              <a:ext uri="{FF2B5EF4-FFF2-40B4-BE49-F238E27FC236}">
                <a16:creationId xmlns:a16="http://schemas.microsoft.com/office/drawing/2014/main" id="{B119537C-2409-953B-BDE2-AB2521C105F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17238" y="4569982"/>
            <a:ext cx="2281484" cy="2294546"/>
          </a:xfrm>
          <a:custGeom>
            <a:avLst/>
            <a:gdLst>
              <a:gd name="connsiteX0" fmla="*/ 0 w 1973001"/>
              <a:gd name="connsiteY0" fmla="*/ 0 h 1973001"/>
              <a:gd name="connsiteX1" fmla="*/ 1973001 w 1973001"/>
              <a:gd name="connsiteY1" fmla="*/ 0 h 1973001"/>
              <a:gd name="connsiteX2" fmla="*/ 1973001 w 1973001"/>
              <a:gd name="connsiteY2" fmla="*/ 1973001 h 197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3001" h="1973001">
                <a:moveTo>
                  <a:pt x="0" y="0"/>
                </a:moveTo>
                <a:lnTo>
                  <a:pt x="1973001" y="0"/>
                </a:lnTo>
                <a:lnTo>
                  <a:pt x="1973001" y="19730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2C9829E9-8D63-ED15-7AEF-A81415DAB9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 flipV="1">
            <a:off x="6007099" y="-6007099"/>
            <a:ext cx="177801" cy="1219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Oval 5">
            <a:extLst>
              <a:ext uri="{FF2B5EF4-FFF2-40B4-BE49-F238E27FC236}">
                <a16:creationId xmlns:a16="http://schemas.microsoft.com/office/drawing/2014/main" id="{DEC63B33-D13D-FB4A-B537-E8E2BF41C9A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60400" y="1853249"/>
            <a:ext cx="307937" cy="30793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Rectangle 7">
            <a:extLst>
              <a:ext uri="{FF2B5EF4-FFF2-40B4-BE49-F238E27FC236}">
                <a16:creationId xmlns:a16="http://schemas.microsoft.com/office/drawing/2014/main" id="{1675F45C-B671-B1FE-B78E-D2B5C3F5266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853249"/>
            <a:ext cx="660400" cy="3079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9CCEDB7-7782-5D8A-FC68-FF822CFE46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7420" y="1130299"/>
            <a:ext cx="8510403" cy="1142367"/>
          </a:xfrm>
        </p:spPr>
        <p:txBody>
          <a:bodyPr lIns="0" tIns="0" rIns="0" bIns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27" name="Straight Connector 3">
            <a:extLst>
              <a:ext uri="{FF2B5EF4-FFF2-40B4-BE49-F238E27FC236}">
                <a16:creationId xmlns:a16="http://schemas.microsoft.com/office/drawing/2014/main" id="{5B0A7F60-BB82-1523-6016-4DF3F9BC8C0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07420" y="3192992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4">
            <a:extLst>
              <a:ext uri="{FF2B5EF4-FFF2-40B4-BE49-F238E27FC236}">
                <a16:creationId xmlns:a16="http://schemas.microsoft.com/office/drawing/2014/main" id="{5A38B25D-1A75-AA11-EC1B-2E9B3683409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07420" y="3192992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4642B5E4-0B50-2725-EDDE-D1EE88D5660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107421" y="2782957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80C401A-242B-5E39-BC68-857C9037DF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07420" y="3300177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cxnSp>
        <p:nvCxnSpPr>
          <p:cNvPr id="5" name="Straight Connector 3">
            <a:extLst>
              <a:ext uri="{FF2B5EF4-FFF2-40B4-BE49-F238E27FC236}">
                <a16:creationId xmlns:a16="http://schemas.microsoft.com/office/drawing/2014/main" id="{18953D7A-BF5D-1E06-0B40-6C6C99CA6C5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802105" y="3192992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4">
            <a:extLst>
              <a:ext uri="{FF2B5EF4-FFF2-40B4-BE49-F238E27FC236}">
                <a16:creationId xmlns:a16="http://schemas.microsoft.com/office/drawing/2014/main" id="{B5C700DF-62E4-E111-6F97-6A25629A204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802105" y="3192992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733C667-C70E-68FC-D4E2-53C774281FE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4802106" y="2782957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9966CDD4-764A-2B92-8BDB-D68F8B398B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02105" y="3300177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cxnSp>
        <p:nvCxnSpPr>
          <p:cNvPr id="19" name="Straight Connector 3">
            <a:extLst>
              <a:ext uri="{FF2B5EF4-FFF2-40B4-BE49-F238E27FC236}">
                <a16:creationId xmlns:a16="http://schemas.microsoft.com/office/drawing/2014/main" id="{71FAFBF0-0542-A120-2960-1DA55B51554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548005" y="3192992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4">
            <a:extLst>
              <a:ext uri="{FF2B5EF4-FFF2-40B4-BE49-F238E27FC236}">
                <a16:creationId xmlns:a16="http://schemas.microsoft.com/office/drawing/2014/main" id="{B9F19829-BFF7-0CE8-D758-D75C4AF3B92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548005" y="3192992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89BEA94E-612C-BF3C-77F0-88A31565B162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548006" y="2782957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22B4BED3-847C-3754-D9D8-AD3FC960BC0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548005" y="3300177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cxnSp>
        <p:nvCxnSpPr>
          <p:cNvPr id="31" name="Straight Connector 3">
            <a:extLst>
              <a:ext uri="{FF2B5EF4-FFF2-40B4-BE49-F238E27FC236}">
                <a16:creationId xmlns:a16="http://schemas.microsoft.com/office/drawing/2014/main" id="{0E7ABFBF-7319-2463-5753-0C61371AFE7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07420" y="5056594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4">
            <a:extLst>
              <a:ext uri="{FF2B5EF4-FFF2-40B4-BE49-F238E27FC236}">
                <a16:creationId xmlns:a16="http://schemas.microsoft.com/office/drawing/2014/main" id="{D7158F56-5CD8-DF28-9ADF-24526A86539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07420" y="5056594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B6AE9EDE-852E-94EA-FA9B-12CF69E7964B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1107421" y="4646559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ADCB3C5B-24BB-7C80-0DA9-35FFCEEF0AE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07420" y="5163779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cxnSp>
        <p:nvCxnSpPr>
          <p:cNvPr id="9" name="Straight Connector 3">
            <a:extLst>
              <a:ext uri="{FF2B5EF4-FFF2-40B4-BE49-F238E27FC236}">
                <a16:creationId xmlns:a16="http://schemas.microsoft.com/office/drawing/2014/main" id="{4E3A12E4-9002-7558-ED02-4F510DA9C8E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802105" y="5056594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4">
            <a:extLst>
              <a:ext uri="{FF2B5EF4-FFF2-40B4-BE49-F238E27FC236}">
                <a16:creationId xmlns:a16="http://schemas.microsoft.com/office/drawing/2014/main" id="{134F7B0C-B157-5B9C-AB6F-3C0383644EE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802105" y="5056594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21B4FC6E-B4F0-50B5-5D3C-EAD01FD41E33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4802106" y="4646559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2E12CB3F-C82F-19E0-434B-60E17BD2D76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02105" y="5163779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60D48F82-45FC-A36B-0146-5E8D370B7C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 dirty="0"/>
              <a:t>03/10/2025</a:t>
            </a:r>
            <a:fld id="{8A60B404-9532-4DA8-8A40-EC339A5BE635}" type="datetime1">
              <a:rPr lang="en-US" smtClean="0"/>
              <a:pPr/>
              <a:t>4/6/2026</a:t>
            </a:fld>
            <a:endParaRPr lang="en-US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0ACEA3CE-FEF8-2294-2081-7C50B08B5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C5CEDF45-2CB7-35F2-5138-54DBA2ADD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7431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85613" y="1130300"/>
            <a:ext cx="4361688" cy="2095430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1130300"/>
            <a:ext cx="5767509" cy="4895779"/>
          </a:xfrm>
          <a:noFill/>
        </p:spPr>
        <p:txBody>
          <a:bodyPr/>
          <a:lstStyle/>
          <a:p>
            <a:endParaRPr lang="en-US"/>
          </a:p>
        </p:txBody>
      </p:sp>
      <p:sp>
        <p:nvSpPr>
          <p:cNvPr id="3" name="Content Placeholder 14">
            <a:extLst>
              <a:ext uri="{FF2B5EF4-FFF2-40B4-BE49-F238E27FC236}">
                <a16:creationId xmlns:a16="http://schemas.microsoft.com/office/drawing/2014/main" id="{B165A762-BACD-319C-9EF5-5CF71AF9C8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985613" y="3429000"/>
            <a:ext cx="4343323" cy="2597080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2">
            <a:extLst>
              <a:ext uri="{FF2B5EF4-FFF2-40B4-BE49-F238E27FC236}">
                <a16:creationId xmlns:a16="http://schemas.microsoft.com/office/drawing/2014/main" id="{C13B293D-5FAC-ED41-C577-E331EA7B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 dirty="0"/>
              <a:t>03/10/2025</a:t>
            </a:r>
            <a:fld id="{8A60B404-9532-4DA8-8A40-EC339A5BE635}" type="datetime1">
              <a:rPr lang="en-US" smtClean="0"/>
              <a:pPr/>
              <a:t>4/6/2026</a:t>
            </a:fld>
            <a:endParaRPr lang="en-US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0661C5A1-EFBE-D83F-E3FA-9D4FE51AE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20C21C12-B33B-D1AA-BF34-E06F98753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Oval 13">
            <a:extLst>
              <a:ext uri="{FF2B5EF4-FFF2-40B4-BE49-F238E27FC236}">
                <a16:creationId xmlns:a16="http://schemas.microsoft.com/office/drawing/2014/main" id="{52F0003B-49B7-E647-B856-A28C13E88A3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48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Rectangle 14">
            <a:extLst>
              <a:ext uri="{FF2B5EF4-FFF2-40B4-BE49-F238E27FC236}">
                <a16:creationId xmlns:a16="http://schemas.microsoft.com/office/drawing/2014/main" id="{8B2F7E7F-68C6-DB69-BEB3-80DF0547A13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93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66228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1E718A0D-D1A5-F3AB-2E4B-7E5B6D164A1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10514" y="4576513"/>
            <a:ext cx="2281486" cy="228148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064545F-B4D6-7EA6-DF60-737E0CDF3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5126" y="430370"/>
            <a:ext cx="4323773" cy="3990831"/>
          </a:xfrm>
        </p:spPr>
        <p:txBody>
          <a:bodyPr anchor="ctr">
            <a:no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 descr="A man in a suit is looking at a smartphone.">
            <a:extLst>
              <a:ext uri="{FF2B5EF4-FFF2-40B4-BE49-F238E27FC236}">
                <a16:creationId xmlns:a16="http://schemas.microsoft.com/office/drawing/2014/main" id="{045934CC-3871-932C-71A1-C590767CEC1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858625" cy="6858000"/>
          </a:xfrm>
          <a:custGeom>
            <a:avLst/>
            <a:gdLst>
              <a:gd name="connsiteX0" fmla="*/ 0 w 9858625"/>
              <a:gd name="connsiteY0" fmla="*/ 0 h 6858000"/>
              <a:gd name="connsiteX1" fmla="*/ 2961362 w 9858625"/>
              <a:gd name="connsiteY1" fmla="*/ 0 h 6858000"/>
              <a:gd name="connsiteX2" fmla="*/ 8737073 w 9858625"/>
              <a:gd name="connsiteY2" fmla="*/ 5742833 h 6858000"/>
              <a:gd name="connsiteX3" fmla="*/ 7615524 w 9858625"/>
              <a:gd name="connsiteY3" fmla="*/ 6857997 h 6858000"/>
              <a:gd name="connsiteX4" fmla="*/ 9858622 w 9858625"/>
              <a:gd name="connsiteY4" fmla="*/ 6857997 h 6858000"/>
              <a:gd name="connsiteX5" fmla="*/ 9858625 w 9858625"/>
              <a:gd name="connsiteY5" fmla="*/ 6858000 h 6858000"/>
              <a:gd name="connsiteX6" fmla="*/ 0 w 985862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858625" h="6858000">
                <a:moveTo>
                  <a:pt x="0" y="0"/>
                </a:moveTo>
                <a:lnTo>
                  <a:pt x="2961362" y="0"/>
                </a:lnTo>
                <a:lnTo>
                  <a:pt x="8737073" y="5742833"/>
                </a:lnTo>
                <a:lnTo>
                  <a:pt x="7615524" y="6857997"/>
                </a:lnTo>
                <a:lnTo>
                  <a:pt x="9858622" y="6857997"/>
                </a:lnTo>
                <a:lnTo>
                  <a:pt x="9858625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502E5-2DFC-DF77-C335-F8BB163D1B02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pPr/>
              <a:t>4/6/2026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4F7829B-847B-82B9-DC04-43F2A9DA3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C44EE9F-3C07-B885-75F7-2EF19AE63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8B7B7E86-F28E-485C-35D7-E051E0B872B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617238" y="4569982"/>
            <a:ext cx="2281484" cy="2294546"/>
          </a:xfrm>
          <a:custGeom>
            <a:avLst/>
            <a:gdLst>
              <a:gd name="connsiteX0" fmla="*/ 0 w 1973001"/>
              <a:gd name="connsiteY0" fmla="*/ 0 h 1973001"/>
              <a:gd name="connsiteX1" fmla="*/ 1973001 w 1973001"/>
              <a:gd name="connsiteY1" fmla="*/ 0 h 1973001"/>
              <a:gd name="connsiteX2" fmla="*/ 1973001 w 1973001"/>
              <a:gd name="connsiteY2" fmla="*/ 1973001 h 197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3001" h="1973001">
                <a:moveTo>
                  <a:pt x="0" y="0"/>
                </a:moveTo>
                <a:lnTo>
                  <a:pt x="1973001" y="0"/>
                </a:lnTo>
                <a:lnTo>
                  <a:pt x="1973001" y="19730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70480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0">
            <a:extLst>
              <a:ext uri="{FF2B5EF4-FFF2-40B4-BE49-F238E27FC236}">
                <a16:creationId xmlns:a16="http://schemas.microsoft.com/office/drawing/2014/main" id="{DEDFF660-44B9-7885-5DCC-4C9555F8322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122840" y="3949841"/>
            <a:ext cx="2069156" cy="2908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57225" y="548642"/>
            <a:ext cx="7342974" cy="3635797"/>
          </a:xfrm>
        </p:spPr>
        <p:txBody>
          <a:bodyPr lIns="0" tIns="0" rIns="0" bIns="0"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2248" y="4473553"/>
            <a:ext cx="6534481" cy="1545336"/>
          </a:xfrm>
        </p:spPr>
        <p:txBody>
          <a:bodyPr lIns="0" tIns="0" rIns="0" bIns="0" anchor="b">
            <a:normAutofit/>
          </a:bodyPr>
          <a:lstStyle>
            <a:lvl1pPr marL="0" indent="0" algn="l">
              <a:buNone/>
              <a:defRPr sz="3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B7BA9381-262A-B17F-46F5-9F3C97BC3E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2248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4/6/2026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ABCDF71-65BF-6C49-105D-D348EF41C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F2AA5-D3F6-DAFA-E665-DEFCE26A8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reeform: Shape 3">
            <a:extLst>
              <a:ext uri="{FF2B5EF4-FFF2-40B4-BE49-F238E27FC236}">
                <a16:creationId xmlns:a16="http://schemas.microsoft.com/office/drawing/2014/main" id="{FA1FE77D-9B4D-B4FC-88E1-9ED84E9823F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222717" y="0"/>
            <a:ext cx="1969281" cy="1880686"/>
          </a:xfrm>
          <a:custGeom>
            <a:avLst/>
            <a:gdLst>
              <a:gd name="connsiteX0" fmla="*/ 0 w 1973001"/>
              <a:gd name="connsiteY0" fmla="*/ 0 h 1973001"/>
              <a:gd name="connsiteX1" fmla="*/ 1973001 w 1973001"/>
              <a:gd name="connsiteY1" fmla="*/ 0 h 1973001"/>
              <a:gd name="connsiteX2" fmla="*/ 1973001 w 1973001"/>
              <a:gd name="connsiteY2" fmla="*/ 1973001 h 197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3001" h="1973001">
                <a:moveTo>
                  <a:pt x="0" y="0"/>
                </a:moveTo>
                <a:lnTo>
                  <a:pt x="1973001" y="0"/>
                </a:lnTo>
                <a:lnTo>
                  <a:pt x="1973001" y="19730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54C3941-2FC1-3C96-F1CD-DAD18E8BF9D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122846" y="1880686"/>
            <a:ext cx="2069153" cy="206915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926EEB0A-F27C-6546-05A8-C0556777DF1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8153560" y="4795948"/>
            <a:ext cx="1969280" cy="20691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C80570A-A447-B5FC-F358-DE1603621B7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2248" y="6054512"/>
            <a:ext cx="2465836" cy="314757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pPr lvl="0"/>
            <a:r>
              <a:rPr lang="en-US" altLang="zh-CN" sz="1600"/>
              <a:t>Presenter Name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852957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0">
            <a:extLst>
              <a:ext uri="{FF2B5EF4-FFF2-40B4-BE49-F238E27FC236}">
                <a16:creationId xmlns:a16="http://schemas.microsoft.com/office/drawing/2014/main" id="{EBD2A05F-7D97-AC92-8751-B2038D22C7B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122840" y="3949841"/>
            <a:ext cx="2069156" cy="2908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0400" y="854239"/>
            <a:ext cx="7833895" cy="3592629"/>
          </a:xfrm>
        </p:spPr>
        <p:txBody>
          <a:bodyPr lIns="0" tIns="0" rIns="0"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7225" y="4617138"/>
            <a:ext cx="7376609" cy="1014984"/>
          </a:xfrm>
        </p:spPr>
        <p:txBody>
          <a:bodyPr lIns="0" tIns="0" rIns="0" bIns="0" anchor="t">
            <a:normAutofit/>
          </a:bodyPr>
          <a:lstStyle>
            <a:lvl1pPr marL="0" indent="0" algn="l">
              <a:buNone/>
              <a:defRPr sz="3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A3A9F20F-0C3A-1397-9D15-E8FAB1915A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1D99E05-D2CE-BA6C-1B55-023B81570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17487FF-71BE-78AA-BA49-FBF87B6E3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Oval 13">
            <a:extLst>
              <a:ext uri="{FF2B5EF4-FFF2-40B4-BE49-F238E27FC236}">
                <a16:creationId xmlns:a16="http://schemas.microsoft.com/office/drawing/2014/main" id="{D4F49636-34EE-9DB1-7F2D-70300BC4B52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122846" y="1880686"/>
            <a:ext cx="2069153" cy="206915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Freeform: Shape 3">
            <a:extLst>
              <a:ext uri="{FF2B5EF4-FFF2-40B4-BE49-F238E27FC236}">
                <a16:creationId xmlns:a16="http://schemas.microsoft.com/office/drawing/2014/main" id="{5EC4A581-A833-A254-3039-BDBCA788BCA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222717" y="0"/>
            <a:ext cx="1969281" cy="1880686"/>
          </a:xfrm>
          <a:custGeom>
            <a:avLst/>
            <a:gdLst>
              <a:gd name="connsiteX0" fmla="*/ 0 w 1973001"/>
              <a:gd name="connsiteY0" fmla="*/ 0 h 1973001"/>
              <a:gd name="connsiteX1" fmla="*/ 1973001 w 1973001"/>
              <a:gd name="connsiteY1" fmla="*/ 0 h 1973001"/>
              <a:gd name="connsiteX2" fmla="*/ 1973001 w 1973001"/>
              <a:gd name="connsiteY2" fmla="*/ 1973001 h 197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3001" h="1973001">
                <a:moveTo>
                  <a:pt x="0" y="0"/>
                </a:moveTo>
                <a:lnTo>
                  <a:pt x="1973001" y="0"/>
                </a:lnTo>
                <a:lnTo>
                  <a:pt x="1973001" y="19730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9FFED0BB-EF13-651B-6B3F-61EAF5473C2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8153560" y="4795948"/>
            <a:ext cx="1969280" cy="20691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04CA4762-63F5-8110-8D25-0FE369BADE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7225" y="5684986"/>
            <a:ext cx="2465836" cy="314757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pPr lvl="0"/>
            <a:r>
              <a:rPr lang="en-US" altLang="zh-CN" sz="1600"/>
              <a:t>Presenter Name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96764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13">
            <a:extLst>
              <a:ext uri="{FF2B5EF4-FFF2-40B4-BE49-F238E27FC236}">
                <a16:creationId xmlns:a16="http://schemas.microsoft.com/office/drawing/2014/main" id="{9A6F5649-82E9-4EB0-F4A3-CEB7F519803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122846" y="4788846"/>
            <a:ext cx="2069153" cy="206915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13732C8E-A89F-3C9F-4630-F690E7E98F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631" y="3949841"/>
            <a:ext cx="1805555" cy="2908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99924" y="1318302"/>
            <a:ext cx="8592152" cy="2621154"/>
          </a:xfrm>
        </p:spPr>
        <p:txBody>
          <a:bodyPr lIns="0" tIns="0" rIns="0" bIns="0"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301923" y="4039647"/>
            <a:ext cx="7588155" cy="1414091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3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9A64E4D-5F8D-89DE-6750-9DB3E8928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1AF7A5D5-9D2E-55B0-B6EC-4B52019A0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0C486168-ACCE-2B30-5AA9-299E5A437B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4/6/2026</a:t>
            </a:fld>
            <a:endParaRPr lang="en-US"/>
          </a:p>
        </p:txBody>
      </p:sp>
      <p:sp>
        <p:nvSpPr>
          <p:cNvPr id="7" name="Freeform: Shape 3">
            <a:extLst>
              <a:ext uri="{FF2B5EF4-FFF2-40B4-BE49-F238E27FC236}">
                <a16:creationId xmlns:a16="http://schemas.microsoft.com/office/drawing/2014/main" id="{E4CDDEFC-E3FC-1135-8E92-3A076889EE4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222717" y="0"/>
            <a:ext cx="1969281" cy="1880686"/>
          </a:xfrm>
          <a:custGeom>
            <a:avLst/>
            <a:gdLst>
              <a:gd name="connsiteX0" fmla="*/ 0 w 1973001"/>
              <a:gd name="connsiteY0" fmla="*/ 0 h 1973001"/>
              <a:gd name="connsiteX1" fmla="*/ 1973001 w 1973001"/>
              <a:gd name="connsiteY1" fmla="*/ 0 h 1973001"/>
              <a:gd name="connsiteX2" fmla="*/ 1973001 w 1973001"/>
              <a:gd name="connsiteY2" fmla="*/ 1973001 h 197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3001" h="1973001">
                <a:moveTo>
                  <a:pt x="0" y="0"/>
                </a:moveTo>
                <a:lnTo>
                  <a:pt x="1973001" y="0"/>
                </a:lnTo>
                <a:lnTo>
                  <a:pt x="1973001" y="19730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CB53BEE4-B0F1-21AC-C432-CD02ED97775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9924" y="5630779"/>
            <a:ext cx="1969280" cy="12343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7F6DD921-0CB1-DD3B-05FF-590B8632B8B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63082" y="5504202"/>
            <a:ext cx="2465836" cy="314757"/>
          </a:xfrm>
        </p:spPr>
        <p:txBody>
          <a:bodyPr>
            <a:normAutofit/>
          </a:bodyPr>
          <a:lstStyle>
            <a:lvl1pPr algn="ctr">
              <a:defRPr sz="1600"/>
            </a:lvl1pPr>
          </a:lstStyle>
          <a:p>
            <a:pPr lvl="0"/>
            <a:r>
              <a:rPr lang="en-US" altLang="zh-CN" sz="1600"/>
              <a:t>Presenter Name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435747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8E620CC0-DC30-91C7-8486-4145213E00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5615" y="3538558"/>
            <a:ext cx="11418925" cy="1514990"/>
          </a:xfrm>
        </p:spPr>
        <p:txBody>
          <a:bodyPr lIns="0" tIns="0" rIns="0" bIns="0">
            <a:noAutofit/>
          </a:bodyPr>
          <a:lstStyle>
            <a:lvl1pPr>
              <a:lnSpc>
                <a:spcPct val="10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7" name="Subtitle 8">
            <a:extLst>
              <a:ext uri="{FF2B5EF4-FFF2-40B4-BE49-F238E27FC236}">
                <a16:creationId xmlns:a16="http://schemas.microsoft.com/office/drawing/2014/main" id="{DD16B2CF-CBE4-0CAA-4D1A-87BA8323347E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265616" y="5136147"/>
            <a:ext cx="11418926" cy="993191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30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CN"/>
              <a:t>Click to edit Master subtitle style</a:t>
            </a:r>
          </a:p>
        </p:txBody>
      </p:sp>
      <p:sp>
        <p:nvSpPr>
          <p:cNvPr id="9" name="Picture Placeholder 20" descr="A hand holding a pen is writing on an open blank notebook.">
            <a:extLst>
              <a:ext uri="{FF2B5EF4-FFF2-40B4-BE49-F238E27FC236}">
                <a16:creationId xmlns:a16="http://schemas.microsoft.com/office/drawing/2014/main" id="{DEC0C38B-6B43-AD26-4095-760B8B70DC16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-1" y="1912129"/>
            <a:ext cx="1925575" cy="1530062"/>
          </a:xfrm>
          <a:custGeom>
            <a:avLst/>
            <a:gdLst>
              <a:gd name="connsiteX0" fmla="*/ 0 w 2281488"/>
              <a:gd name="connsiteY0" fmla="*/ 0 h 2281488"/>
              <a:gd name="connsiteX1" fmla="*/ 2281488 w 2281488"/>
              <a:gd name="connsiteY1" fmla="*/ 0 h 2281488"/>
              <a:gd name="connsiteX2" fmla="*/ 2281488 w 2281488"/>
              <a:gd name="connsiteY2" fmla="*/ 2281488 h 2281488"/>
              <a:gd name="connsiteX3" fmla="*/ 0 w 2281488"/>
              <a:gd name="connsiteY3" fmla="*/ 2281488 h 2281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1488" h="2281488">
                <a:moveTo>
                  <a:pt x="0" y="0"/>
                </a:moveTo>
                <a:lnTo>
                  <a:pt x="2281488" y="0"/>
                </a:lnTo>
                <a:lnTo>
                  <a:pt x="2281488" y="2281488"/>
                </a:lnTo>
                <a:lnTo>
                  <a:pt x="0" y="2281488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Picture Placeholder 24" descr="A modern, multi-story glass office building with a clear blue sky in the background.">
            <a:extLst>
              <a:ext uri="{FF2B5EF4-FFF2-40B4-BE49-F238E27FC236}">
                <a16:creationId xmlns:a16="http://schemas.microsoft.com/office/drawing/2014/main" id="{1BB82094-7EB6-EC6F-84DC-9D44135FA43B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944486" y="-4"/>
            <a:ext cx="2247514" cy="1925578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1D6268BB-B547-A20C-3B9E-187F14FE0C14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9EC6F98-8B99-D984-46BE-AB3745B39CF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C6EC5DF-3303-F1EE-3D99-530E70BC2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reeform: Shape 3">
            <a:extLst>
              <a:ext uri="{FF2B5EF4-FFF2-40B4-BE49-F238E27FC236}">
                <a16:creationId xmlns:a16="http://schemas.microsoft.com/office/drawing/2014/main" id="{AAFE7D64-F404-CB16-B1A6-2632D9817AB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0716025" y="1925895"/>
            <a:ext cx="1496841" cy="1543709"/>
          </a:xfrm>
          <a:custGeom>
            <a:avLst/>
            <a:gdLst>
              <a:gd name="connsiteX0" fmla="*/ 0 w 1973001"/>
              <a:gd name="connsiteY0" fmla="*/ 0 h 1973001"/>
              <a:gd name="connsiteX1" fmla="*/ 1973001 w 1973001"/>
              <a:gd name="connsiteY1" fmla="*/ 0 h 1973001"/>
              <a:gd name="connsiteX2" fmla="*/ 1973001 w 1973001"/>
              <a:gd name="connsiteY2" fmla="*/ 1973001 h 197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3001" h="1973001">
                <a:moveTo>
                  <a:pt x="0" y="0"/>
                </a:moveTo>
                <a:lnTo>
                  <a:pt x="1973001" y="0"/>
                </a:lnTo>
                <a:lnTo>
                  <a:pt x="1973001" y="19730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Oval 13">
            <a:extLst>
              <a:ext uri="{FF2B5EF4-FFF2-40B4-BE49-F238E27FC236}">
                <a16:creationId xmlns:a16="http://schemas.microsoft.com/office/drawing/2014/main" id="{00AEDDFB-A768-7BB7-5203-76DF807E10F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-1"/>
            <a:ext cx="1925576" cy="192557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B22C943-07E1-D41A-22B9-A7C40FF5C3F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925574" y="0"/>
            <a:ext cx="2041601" cy="1893926"/>
          </a:xfrm>
          <a:custGeom>
            <a:avLst/>
            <a:gdLst>
              <a:gd name="connsiteX0" fmla="*/ 0 w 1973001"/>
              <a:gd name="connsiteY0" fmla="*/ 0 h 1973001"/>
              <a:gd name="connsiteX1" fmla="*/ 1973001 w 1973001"/>
              <a:gd name="connsiteY1" fmla="*/ 0 h 1973001"/>
              <a:gd name="connsiteX2" fmla="*/ 1973001 w 1973001"/>
              <a:gd name="connsiteY2" fmla="*/ 1973001 h 197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3001" h="1973001">
                <a:moveTo>
                  <a:pt x="0" y="0"/>
                </a:moveTo>
                <a:lnTo>
                  <a:pt x="1973001" y="0"/>
                </a:lnTo>
                <a:lnTo>
                  <a:pt x="1973001" y="19730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3AD1606-3704-1AD8-6FD1-CC0ED99642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11053" y="3127434"/>
            <a:ext cx="2465836" cy="314757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pPr lvl="0"/>
            <a:r>
              <a:rPr lang="en-US" altLang="zh-CN" sz="1600"/>
              <a:t>Presenter Name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82877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3">
            <a:extLst>
              <a:ext uri="{FF2B5EF4-FFF2-40B4-BE49-F238E27FC236}">
                <a16:creationId xmlns:a16="http://schemas.microsoft.com/office/drawing/2014/main" id="{57C928DF-3B7B-6F49-CF7D-FDEF5C3A95B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10516" y="4588452"/>
            <a:ext cx="2281484" cy="2269548"/>
          </a:xfrm>
          <a:custGeom>
            <a:avLst/>
            <a:gdLst>
              <a:gd name="connsiteX0" fmla="*/ 0 w 1973001"/>
              <a:gd name="connsiteY0" fmla="*/ 0 h 1973001"/>
              <a:gd name="connsiteX1" fmla="*/ 1973001 w 1973001"/>
              <a:gd name="connsiteY1" fmla="*/ 0 h 1973001"/>
              <a:gd name="connsiteX2" fmla="*/ 1973001 w 1973001"/>
              <a:gd name="connsiteY2" fmla="*/ 1973001 h 197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3001" h="1973001">
                <a:moveTo>
                  <a:pt x="0" y="0"/>
                </a:moveTo>
                <a:lnTo>
                  <a:pt x="1973001" y="0"/>
                </a:lnTo>
                <a:lnTo>
                  <a:pt x="1973001" y="19730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Title 2">
            <a:extLst>
              <a:ext uri="{FF2B5EF4-FFF2-40B4-BE49-F238E27FC236}">
                <a16:creationId xmlns:a16="http://schemas.microsoft.com/office/drawing/2014/main" id="{86E48CD5-347B-4324-FD33-02D324DDB57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667305" y="1379047"/>
            <a:ext cx="8913982" cy="2508792"/>
          </a:xfrm>
        </p:spPr>
        <p:txBody>
          <a:bodyPr lIns="0" tIns="0" rIns="0" bIns="0">
            <a:noAutofit/>
          </a:bodyPr>
          <a:lstStyle>
            <a:lvl1pPr algn="r">
              <a:lnSpc>
                <a:spcPct val="10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4" name="Subtitle 8">
            <a:extLst>
              <a:ext uri="{FF2B5EF4-FFF2-40B4-BE49-F238E27FC236}">
                <a16:creationId xmlns:a16="http://schemas.microsoft.com/office/drawing/2014/main" id="{5153DC17-0242-8E4C-6962-ED318C76B7A4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667305" y="4136267"/>
            <a:ext cx="8913982" cy="439606"/>
          </a:xfrm>
        </p:spPr>
        <p:txBody>
          <a:bodyPr lIns="0" tIns="0" rIns="0" bIns="0">
            <a:noAutofit/>
          </a:bodyPr>
          <a:lstStyle>
            <a:lvl1pPr marL="0" indent="0" algn="r">
              <a:lnSpc>
                <a:spcPct val="100000"/>
              </a:lnSpc>
              <a:buNone/>
              <a:defRPr sz="30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CN"/>
              <a:t>Click to edit Master subtitle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9DED0A95-69FB-B981-619F-C8F0BD1FF7D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75703" y="5712286"/>
            <a:ext cx="2005584" cy="314757"/>
          </a:xfrm>
        </p:spPr>
        <p:txBody>
          <a:bodyPr>
            <a:normAutofit/>
          </a:bodyPr>
          <a:lstStyle>
            <a:lvl1pPr algn="r">
              <a:defRPr sz="1600"/>
            </a:lvl1pPr>
          </a:lstStyle>
          <a:p>
            <a:pPr lvl="0"/>
            <a:r>
              <a:rPr lang="en-US" altLang="zh-CN" sz="1600"/>
              <a:t>Presenter Name</a:t>
            </a:r>
            <a:endParaRPr lang="zh-CN" altLang="en-US"/>
          </a:p>
        </p:txBody>
      </p:sp>
      <p:sp>
        <p:nvSpPr>
          <p:cNvPr id="15" name="Picture Placeholder 24" descr="A modern, multi-story glass office building with a clear blue sky in the background.">
            <a:extLst>
              <a:ext uri="{FF2B5EF4-FFF2-40B4-BE49-F238E27FC236}">
                <a16:creationId xmlns:a16="http://schemas.microsoft.com/office/drawing/2014/main" id="{CEF89FC2-74BC-6AFF-62E2-5E5247C9456F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4575873"/>
            <a:ext cx="2663674" cy="2282127"/>
          </a:xfrm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20" name="Picture Placeholder 20" descr="A hand holding a pen is writing on an open blank notebook.">
            <a:extLst>
              <a:ext uri="{FF2B5EF4-FFF2-40B4-BE49-F238E27FC236}">
                <a16:creationId xmlns:a16="http://schemas.microsoft.com/office/drawing/2014/main" id="{DF4643A0-B24C-4527-7AF0-464401E07B6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10516" y="2294226"/>
            <a:ext cx="2281484" cy="2282127"/>
          </a:xfrm>
          <a:custGeom>
            <a:avLst/>
            <a:gdLst>
              <a:gd name="connsiteX0" fmla="*/ 0 w 2281488"/>
              <a:gd name="connsiteY0" fmla="*/ 0 h 2281488"/>
              <a:gd name="connsiteX1" fmla="*/ 2281488 w 2281488"/>
              <a:gd name="connsiteY1" fmla="*/ 0 h 2281488"/>
              <a:gd name="connsiteX2" fmla="*/ 2281488 w 2281488"/>
              <a:gd name="connsiteY2" fmla="*/ 2281488 h 2281488"/>
              <a:gd name="connsiteX3" fmla="*/ 0 w 2281488"/>
              <a:gd name="connsiteY3" fmla="*/ 2281488 h 2281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1488" h="2281488">
                <a:moveTo>
                  <a:pt x="0" y="0"/>
                </a:moveTo>
                <a:lnTo>
                  <a:pt x="2281488" y="0"/>
                </a:lnTo>
                <a:lnTo>
                  <a:pt x="2281488" y="2281488"/>
                </a:lnTo>
                <a:lnTo>
                  <a:pt x="0" y="2281488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3B675A4-D9B6-583C-33B5-791287E060B8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C062E25-7E66-344C-A3E5-A5CE410A745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0A8CDE8-23F5-5E35-E043-E2792B371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Oval 13">
            <a:extLst>
              <a:ext uri="{FF2B5EF4-FFF2-40B4-BE49-F238E27FC236}">
                <a16:creationId xmlns:a16="http://schemas.microsoft.com/office/drawing/2014/main" id="{13F359CB-6E7F-AB72-12C6-FE1FA423F3C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9910514" y="0"/>
            <a:ext cx="2281486" cy="228148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6F10E236-0BF6-76AD-46AB-3DCC71CA33E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627425" y="640"/>
            <a:ext cx="2281484" cy="2281487"/>
          </a:xfrm>
          <a:custGeom>
            <a:avLst/>
            <a:gdLst>
              <a:gd name="connsiteX0" fmla="*/ 0 w 1973001"/>
              <a:gd name="connsiteY0" fmla="*/ 0 h 1973001"/>
              <a:gd name="connsiteX1" fmla="*/ 1973001 w 1973001"/>
              <a:gd name="connsiteY1" fmla="*/ 0 h 1973001"/>
              <a:gd name="connsiteX2" fmla="*/ 1973001 w 1973001"/>
              <a:gd name="connsiteY2" fmla="*/ 1973001 h 1973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73001" h="1973001">
                <a:moveTo>
                  <a:pt x="0" y="0"/>
                </a:moveTo>
                <a:lnTo>
                  <a:pt x="1973001" y="0"/>
                </a:lnTo>
                <a:lnTo>
                  <a:pt x="1973001" y="19730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608214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1">
            <a:extLst>
              <a:ext uri="{FF2B5EF4-FFF2-40B4-BE49-F238E27FC236}">
                <a16:creationId xmlns:a16="http://schemas.microsoft.com/office/drawing/2014/main" id="{C9D17E65-B7F6-BBA0-5C0A-13E21E39A36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7693132" y="2338938"/>
            <a:ext cx="4498868" cy="4519061"/>
          </a:xfrm>
          <a:custGeom>
            <a:avLst/>
            <a:gdLst>
              <a:gd name="connsiteX0" fmla="*/ 6827356 w 6827356"/>
              <a:gd name="connsiteY0" fmla="*/ 6858000 h 6858000"/>
              <a:gd name="connsiteX1" fmla="*/ 6818959 w 6827356"/>
              <a:gd name="connsiteY1" fmla="*/ 6858000 h 6858000"/>
              <a:gd name="connsiteX2" fmla="*/ 0 w 6827356"/>
              <a:gd name="connsiteY2" fmla="*/ 0 h 6858000"/>
              <a:gd name="connsiteX3" fmla="*/ 6827356 w 6827356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27356" h="6858000">
                <a:moveTo>
                  <a:pt x="6827356" y="6858000"/>
                </a:moveTo>
                <a:lnTo>
                  <a:pt x="6818959" y="6858000"/>
                </a:lnTo>
                <a:lnTo>
                  <a:pt x="0" y="0"/>
                </a:lnTo>
                <a:lnTo>
                  <a:pt x="682735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CA2531A-F5B4-E8B8-D412-65D3B1F3330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899756"/>
            <a:ext cx="1958243" cy="195824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itle 5">
            <a:extLst>
              <a:ext uri="{FF2B5EF4-FFF2-40B4-BE49-F238E27FC236}">
                <a16:creationId xmlns:a16="http://schemas.microsoft.com/office/drawing/2014/main" id="{CE797FB8-5B85-3C23-4767-E540B7810C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95170" y="355600"/>
            <a:ext cx="8201660" cy="2837603"/>
          </a:xfrm>
        </p:spPr>
        <p:txBody>
          <a:bodyPr lIns="0" tIns="0" rIns="0" bIns="0">
            <a:no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2" name="Subtitle 9">
            <a:extLst>
              <a:ext uri="{FF2B5EF4-FFF2-40B4-BE49-F238E27FC236}">
                <a16:creationId xmlns:a16="http://schemas.microsoft.com/office/drawing/2014/main" id="{D5D77306-9032-C768-9BC4-5AB9875D5F3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04770" y="3475786"/>
            <a:ext cx="6982460" cy="1100727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n-CN"/>
              <a:t>Clikc to edit Master subtitle style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BDE02714-7C27-8D41-51B3-A9C407DB9B4F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4/6/2026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CDA94B75-E618-5656-FC34-228692F1BC8F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827BC14-D194-8A9A-DE2E-F8CA4D63521D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Oval 6">
            <a:extLst>
              <a:ext uri="{FF2B5EF4-FFF2-40B4-BE49-F238E27FC236}">
                <a16:creationId xmlns:a16="http://schemas.microsoft.com/office/drawing/2014/main" id="{86971F90-0FB8-A46A-78E4-2016819D6C6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935704"/>
            <a:ext cx="1958241" cy="195824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982164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, 4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E94A473-0E2F-855B-9BE9-646566F82A5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11F1861-7394-91D1-3FB3-1C63CAD6CDA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44FA9C6-3F37-9A7B-AE46-A7F94918078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E6E05E-CA4A-59B6-994A-26ED66D7F72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Straight Connector 96">
            <a:extLst>
              <a:ext uri="{FF2B5EF4-FFF2-40B4-BE49-F238E27FC236}">
                <a16:creationId xmlns:a16="http://schemas.microsoft.com/office/drawing/2014/main" id="{E6848015-40FC-D2CF-56EF-7B2B82A9A6A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796497" y="3046308"/>
            <a:ext cx="333836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9">
            <a:extLst>
              <a:ext uri="{FF2B5EF4-FFF2-40B4-BE49-F238E27FC236}">
                <a16:creationId xmlns:a16="http://schemas.microsoft.com/office/drawing/2014/main" id="{172BA788-1AE9-2B5A-C0B2-C16236F3A34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577417" y="3046308"/>
            <a:ext cx="333836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10">
            <a:extLst>
              <a:ext uri="{FF2B5EF4-FFF2-40B4-BE49-F238E27FC236}">
                <a16:creationId xmlns:a16="http://schemas.microsoft.com/office/drawing/2014/main" id="{D0B09B15-3563-712C-6E2E-C89B5AF8200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796497" y="4940429"/>
            <a:ext cx="333836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1">
            <a:extLst>
              <a:ext uri="{FF2B5EF4-FFF2-40B4-BE49-F238E27FC236}">
                <a16:creationId xmlns:a16="http://schemas.microsoft.com/office/drawing/2014/main" id="{44CF4C88-92DD-301D-210A-6C1B202D75F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577417" y="4940429"/>
            <a:ext cx="3338363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9"/>
            <a:ext cx="10504000" cy="1408934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8715CCF-7A7B-5AAC-D071-DE008B249E4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796496" y="2489255"/>
            <a:ext cx="573373" cy="453356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24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40" name="Text Placeholder 9">
            <a:extLst>
              <a:ext uri="{FF2B5EF4-FFF2-40B4-BE49-F238E27FC236}">
                <a16:creationId xmlns:a16="http://schemas.microsoft.com/office/drawing/2014/main" id="{DA9011B5-6D01-3AF0-99E4-6A004B6CA06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96496" y="3128981"/>
            <a:ext cx="3338363" cy="92332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latin typeface="+mj-lt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59ABDEC3-4BEB-A518-046E-129B7D9E250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577416" y="2488552"/>
            <a:ext cx="573373" cy="453356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24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41" name="Text Placeholder 9">
            <a:extLst>
              <a:ext uri="{FF2B5EF4-FFF2-40B4-BE49-F238E27FC236}">
                <a16:creationId xmlns:a16="http://schemas.microsoft.com/office/drawing/2014/main" id="{34B40045-4DCE-76DA-58AD-223A1C01919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577416" y="3128981"/>
            <a:ext cx="3338363" cy="92332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latin typeface="+mj-lt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F33B2306-2357-FD4D-9A71-A8DD1010DE4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96496" y="4384085"/>
            <a:ext cx="573373" cy="453356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24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43" name="Text Placeholder 9">
            <a:extLst>
              <a:ext uri="{FF2B5EF4-FFF2-40B4-BE49-F238E27FC236}">
                <a16:creationId xmlns:a16="http://schemas.microsoft.com/office/drawing/2014/main" id="{E04F7AE4-DD5E-CA7A-FB08-B802AEDD042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96496" y="5043769"/>
            <a:ext cx="3338363" cy="92332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latin typeface="+mj-lt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9515354B-8178-69A7-B299-C539A6E3E86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577416" y="4383382"/>
            <a:ext cx="573373" cy="453356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24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42" name="Text Placeholder 9">
            <a:extLst>
              <a:ext uri="{FF2B5EF4-FFF2-40B4-BE49-F238E27FC236}">
                <a16:creationId xmlns:a16="http://schemas.microsoft.com/office/drawing/2014/main" id="{E2E62BAE-F951-3097-780E-D7E06FD341A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577416" y="5043769"/>
            <a:ext cx="3338363" cy="92332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1">
                <a:latin typeface="+mj-lt"/>
              </a:defRPr>
            </a:lvl1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89B8E453-8C8A-F7A4-D77C-765B9466A4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4/6/2026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4830229-14EC-08ED-D66A-130B50464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766673F-B093-E7D5-C076-5AEF41184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42567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E94A473-0E2F-855B-9BE9-646566F82A5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11F1861-7394-91D1-3FB3-1C63CAD6CDA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9"/>
            <a:ext cx="10504000" cy="1408934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65C0DFC7-33FF-AA73-3FFC-C978E3721F5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00425" y="2429164"/>
            <a:ext cx="7947574" cy="3435927"/>
          </a:xfrm>
        </p:spPr>
        <p:txBody>
          <a:bodyPr lIns="0" tIns="0" rIns="0" bIns="0"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89B8E453-8C8A-F7A4-D77C-765B9466A4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4/6/2026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4830229-14EC-08ED-D66A-130B50464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766673F-B093-E7D5-C076-5AEF41184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44FA9C6-3F37-9A7B-AE46-A7F94918078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E6E05E-CA4A-59B6-994A-26ED66D7F72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103930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5FCF6D2-D22A-3276-796E-755059E3506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F380B01-FB3F-7DD6-224D-B483747E33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844001" y="831919"/>
            <a:ext cx="10504000" cy="528186"/>
          </a:xfrm>
        </p:spPr>
        <p:txBody>
          <a:bodyPr lIns="0" tIns="0" rIns="0" bIns="0" anchor="ctr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14">
            <a:extLst>
              <a:ext uri="{FF2B5EF4-FFF2-40B4-BE49-F238E27FC236}">
                <a16:creationId xmlns:a16="http://schemas.microsoft.com/office/drawing/2014/main" id="{D003242D-37DC-762E-1EA1-8B102E5213A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3999" y="1486438"/>
            <a:ext cx="10504000" cy="4378654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AE62007A-8538-D139-3C5B-8FB01733924F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4/6/2026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C395DC02-FAD1-051C-FC0A-4556D73CA226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529D71B-FE0E-CC62-38E3-7279774AA934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676AF1C-25E0-EBF0-0B1D-FA5F7D77021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0E189A-D955-6A7F-2779-ED5B5EB97BA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564331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8" y="-1325880"/>
            <a:ext cx="10515600" cy="1325880"/>
          </a:xfrm>
        </p:spPr>
        <p:txBody>
          <a:bodyPr lIns="0" tIns="0" rIns="0" bIns="0"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14">
            <a:extLst>
              <a:ext uri="{FF2B5EF4-FFF2-40B4-BE49-F238E27FC236}">
                <a16:creationId xmlns:a16="http://schemas.microsoft.com/office/drawing/2014/main" id="{9C39C3C5-BCCF-9F66-0E64-6811D986BBB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8799" y="407712"/>
            <a:ext cx="11554400" cy="5827988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B11C69CE-4771-4BFA-AD70-0E51ABA58D6D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64250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5622" y="914399"/>
            <a:ext cx="9900753" cy="1358269"/>
          </a:xfrm>
        </p:spPr>
        <p:txBody>
          <a:bodyPr lIns="0" tIns="0" rIns="0" b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14">
            <a:extLst>
              <a:ext uri="{FF2B5EF4-FFF2-40B4-BE49-F238E27FC236}">
                <a16:creationId xmlns:a16="http://schemas.microsoft.com/office/drawing/2014/main" id="{B85B9BDD-2F0E-42F1-CE42-7711FBBB945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45621" y="2636196"/>
            <a:ext cx="9900753" cy="3228896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31AE7160-8A18-8762-67F8-C71E839BA5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62296B3-7CBF-6881-5581-81D52C0F3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346D7C-F120-5968-2FC4-2F9B5BC6D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Oval 6">
            <a:extLst>
              <a:ext uri="{FF2B5EF4-FFF2-40B4-BE49-F238E27FC236}">
                <a16:creationId xmlns:a16="http://schemas.microsoft.com/office/drawing/2014/main" id="{FEAE54C9-349B-EEFD-01BA-52EF837ACA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844000" y="177403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Rectangle 7">
            <a:extLst>
              <a:ext uri="{FF2B5EF4-FFF2-40B4-BE49-F238E27FC236}">
                <a16:creationId xmlns:a16="http://schemas.microsoft.com/office/drawing/2014/main" id="{D9433BDD-AE57-6F96-8693-7E2D491ACC5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89482" y="177404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Rectangle 11">
            <a:extLst>
              <a:ext uri="{FF2B5EF4-FFF2-40B4-BE49-F238E27FC236}">
                <a16:creationId xmlns:a16="http://schemas.microsoft.com/office/drawing/2014/main" id="{269FA094-1A8C-FF3E-020B-BE5688AA465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V="1">
            <a:off x="2421861" y="4258339"/>
            <a:ext cx="177800" cy="50215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685226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347" y="2258568"/>
            <a:ext cx="3813048" cy="3557016"/>
          </a:xfrm>
        </p:spPr>
        <p:txBody>
          <a:bodyPr lIns="0" tIns="0" rIns="0" b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4">
            <a:extLst>
              <a:ext uri="{FF2B5EF4-FFF2-40B4-BE49-F238E27FC236}">
                <a16:creationId xmlns:a16="http://schemas.microsoft.com/office/drawing/2014/main" id="{C261A18B-C79C-B070-5D41-0CBA01FD2C3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07352" y="2258568"/>
            <a:ext cx="5839022" cy="3557016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258B73AF-3955-4569-8B4F-B329360A9CBD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A1F1CCA-5801-CC5B-119A-E3E19DD49D8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6352978" y="0"/>
            <a:ext cx="5839022" cy="17632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E657D3-93D0-4FB1-972C-646B605C4BF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452077" y="0"/>
            <a:ext cx="2435651" cy="17632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7AA8180-1A53-234B-8CF6-65ADAA09EF5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684284" y="-7034"/>
            <a:ext cx="1767791" cy="176779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F94D7B-5469-B664-C915-DE6AC38BB4C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4543"/>
            <a:ext cx="1675844" cy="176779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92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3C5CADB-99AC-488A-7133-10E5DE76512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203006B-749F-4FAF-D572-3B107413BE5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A7C7037-357A-DAC2-8D07-004BB28044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77456"/>
            <a:ext cx="4142232" cy="4940661"/>
          </a:xfrm>
        </p:spPr>
        <p:txBody>
          <a:bodyPr lIns="0" tIns="0" rIns="0" b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14">
            <a:extLst>
              <a:ext uri="{FF2B5EF4-FFF2-40B4-BE49-F238E27FC236}">
                <a16:creationId xmlns:a16="http://schemas.microsoft.com/office/drawing/2014/main" id="{E95E211B-A490-5F92-9B2C-FEF3E25CE78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91847" y="831918"/>
            <a:ext cx="5754527" cy="2738133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53C0C011-1233-FC56-AA5C-DF88FB24AB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4/6/2026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BCEB22DD-F16F-C3EB-5439-20C05A9D8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9AAE25-EEAC-AF75-FC81-21BC617D1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3286C62-1802-4E61-4D00-A502D957675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643DA6-886C-DE80-B92C-E26740EAFE4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38067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CB9DAA1-B1FD-3717-3F96-795C852E738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965959E-D3BE-3B35-72E6-EE1774256C0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000" y="877456"/>
            <a:ext cx="4142232" cy="4940661"/>
          </a:xfrm>
        </p:spPr>
        <p:txBody>
          <a:bodyPr lIns="0" tIns="0" rIns="0" bIns="0"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14">
            <a:extLst>
              <a:ext uri="{FF2B5EF4-FFF2-40B4-BE49-F238E27FC236}">
                <a16:creationId xmlns:a16="http://schemas.microsoft.com/office/drawing/2014/main" id="{00DD584D-65FC-A106-C28D-A6D3A6A06A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43209" y="877456"/>
            <a:ext cx="5803165" cy="4987636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2C749CC8-6079-025A-0476-7D1E02235F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4/6/2026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BB622798-A9D5-13A8-E6EB-283FF564E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78BA8E0-712A-77CA-9713-4F206AB0E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2F44F8D-8952-05F9-99FA-D64FD2F50F0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B60CB7-7D69-80F4-AE1F-366A7F0A26D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115208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1105965-4EE5-E185-7666-27A5E5F1150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308540A-D298-C62B-CC21-BC7C6B5F73D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9"/>
            <a:ext cx="3494314" cy="5194161"/>
          </a:xfrm>
        </p:spPr>
        <p:txBody>
          <a:bodyPr lIns="0" tIns="0" rIns="0" b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14">
            <a:extLst>
              <a:ext uri="{FF2B5EF4-FFF2-40B4-BE49-F238E27FC236}">
                <a16:creationId xmlns:a16="http://schemas.microsoft.com/office/drawing/2014/main" id="{A93AF98B-99CB-F2D7-B247-51CE41CD414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3907" y="831918"/>
            <a:ext cx="6542468" cy="5194162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A0F4DE3C-88B6-381C-78FC-8F935A231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4/6/2026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C5AFEEB4-7A81-9408-C4EF-D8AD90FFC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F48F71D-8479-0A54-8684-3F60D22DB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6816AA6-A60B-C6E1-2885-EB6E2B1FFBB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60E10A-DF0B-1339-7826-107A95CC17D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02132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C489336-0C23-2A47-DB03-CA00009C604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8A6D03D-AABD-4AB3-9E1E-4DF31BB8536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9"/>
            <a:ext cx="3949885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Placeholder 14">
            <a:extLst>
              <a:ext uri="{FF2B5EF4-FFF2-40B4-BE49-F238E27FC236}">
                <a16:creationId xmlns:a16="http://schemas.microsoft.com/office/drawing/2014/main" id="{3C13A46E-F797-1C4C-30CB-A1D1CF1DE3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87669" y="2149812"/>
            <a:ext cx="6241267" cy="3876268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7669" y="831919"/>
            <a:ext cx="6241267" cy="1143000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007DB0D8-36F3-541C-5D5B-BE7F00E849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 dirty="0"/>
              <a:t>03/10/2025</a:t>
            </a:r>
            <a:fld id="{8A60B404-9532-4DA8-8A40-EC339A5BE635}" type="datetime1">
              <a:rPr lang="en-US" smtClean="0"/>
              <a:pPr/>
              <a:t>4/6/2026</a:t>
            </a:fld>
            <a:endParaRPr lang="en-US"/>
          </a:p>
        </p:txBody>
      </p: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329D90C1-EB79-260E-06B5-66A03CAE4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D2A9EC63-48AA-37EC-23B0-6B17D3236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4D911F7-7994-03E9-8128-10F10F99F5D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B32CED-CF03-686F-9EA0-80AD67E6EBA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353140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9DA9BE4-08A4-4088-DC5B-3F23F0E302F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1F93313-9B95-1A0F-3166-8AA3A63DFC0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00452" y="831918"/>
            <a:ext cx="4047548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14">
            <a:extLst>
              <a:ext uri="{FF2B5EF4-FFF2-40B4-BE49-F238E27FC236}">
                <a16:creationId xmlns:a16="http://schemas.microsoft.com/office/drawing/2014/main" id="{9B6ED53D-AC89-453B-A25B-CC64DA3F215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77880" y="2149812"/>
            <a:ext cx="6135624" cy="3876268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879" y="831919"/>
            <a:ext cx="6135624" cy="1143000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AA8B19BB-10BD-EE0C-B647-96D5DC2386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 dirty="0"/>
              <a:t>03/10/2025</a:t>
            </a:r>
            <a:fld id="{8A60B404-9532-4DA8-8A40-EC339A5BE635}" type="datetime1">
              <a:rPr lang="en-US" smtClean="0"/>
              <a:pPr/>
              <a:t>4/6/2026</a:t>
            </a:fld>
            <a:endParaRPr lang="en-US"/>
          </a:p>
        </p:txBody>
      </p: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194587B9-3271-1DBD-D567-666B86C3F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514ABFF7-DC89-EED7-524C-B586DAD1E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241CE73-4958-1726-C9B4-B1B2394278C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202D8C-E98F-7728-52D1-B44C8EB257E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073142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BC20976-8E96-EA29-B265-5660CEC8E2C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01513C9-9EF0-A484-2C49-5EE294C4817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0000" y="825622"/>
            <a:ext cx="6858000" cy="932688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9"/>
            <a:ext cx="3374039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14">
            <a:extLst>
              <a:ext uri="{FF2B5EF4-FFF2-40B4-BE49-F238E27FC236}">
                <a16:creationId xmlns:a16="http://schemas.microsoft.com/office/drawing/2014/main" id="{2F6F66EE-0D34-BF84-840D-5515C61DE45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90001" y="1974715"/>
            <a:ext cx="6838936" cy="4051365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2">
            <a:extLst>
              <a:ext uri="{FF2B5EF4-FFF2-40B4-BE49-F238E27FC236}">
                <a16:creationId xmlns:a16="http://schemas.microsoft.com/office/drawing/2014/main" id="{20C2E4E4-F31A-5808-A175-A469DDB197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 dirty="0"/>
              <a:t>03/10/2025</a:t>
            </a:r>
            <a:fld id="{8A60B404-9532-4DA8-8A40-EC339A5BE635}" type="datetime1">
              <a:rPr lang="en-US" smtClean="0"/>
              <a:pPr/>
              <a:t>4/6/2026</a:t>
            </a:fld>
            <a:endParaRPr lang="en-US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482603C5-7507-EB69-733F-4C701FC00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A0D4AA14-0EE9-A172-CD3A-EBE8A6A77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2D8354F-0577-6A30-7505-8930D0CF8E8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112CC8-70AC-3C75-6385-1A2C0FE2755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68312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7DC58E5-8B31-563D-65CE-5CB78BABC5E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4FC30D6-2036-A49D-2D87-79BB698CFE2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C6104E6-797D-DE61-EBFD-7BF0502BCC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25622"/>
            <a:ext cx="6858000" cy="932688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14">
            <a:extLst>
              <a:ext uri="{FF2B5EF4-FFF2-40B4-BE49-F238E27FC236}">
                <a16:creationId xmlns:a16="http://schemas.microsoft.com/office/drawing/2014/main" id="{70DCF516-124A-7A64-68B6-4E53B51558A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000" y="1964987"/>
            <a:ext cx="6858000" cy="4061093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41874ABC-5130-9579-629F-5CECD6DC2F7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973961" y="831919"/>
            <a:ext cx="3374039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Date Placeholder 2">
            <a:extLst>
              <a:ext uri="{FF2B5EF4-FFF2-40B4-BE49-F238E27FC236}">
                <a16:creationId xmlns:a16="http://schemas.microsoft.com/office/drawing/2014/main" id="{59F9DDC1-0F34-0AE1-3EEE-1E60892D85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 dirty="0"/>
              <a:t>03/10/2025</a:t>
            </a:r>
            <a:fld id="{8A60B404-9532-4DA8-8A40-EC339A5BE635}" type="datetime1">
              <a:rPr lang="en-US" smtClean="0"/>
              <a:pPr/>
              <a:t>4/6/2026</a:t>
            </a:fld>
            <a:endParaRPr lang="en-US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EBEBE2F7-AEE1-67CD-3C02-A67FE8863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9C7317C0-3EE4-FD5D-3CC9-DB7DEBCFF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D8B416C-0540-7EBC-ACDF-ABEFD1F3ECC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909623-94DE-B2B1-C6C6-D617C3FA2EA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649276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780E457-D284-8068-957F-D85B00F3FC8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C48C225-FAD4-92C8-17A3-928B4B08943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0E64AB3-51D9-9992-E51A-78ADA62E24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63" y="831918"/>
            <a:ext cx="4361688" cy="1527048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14">
            <a:extLst>
              <a:ext uri="{FF2B5EF4-FFF2-40B4-BE49-F238E27FC236}">
                <a16:creationId xmlns:a16="http://schemas.microsoft.com/office/drawing/2014/main" id="{5C4894AA-FFFC-1F6C-8D9F-E941F8EBE6E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000" y="2560901"/>
            <a:ext cx="4361689" cy="3465178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992B4E0B-09D2-1770-AF0A-79593CF5C03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0428" y="831918"/>
            <a:ext cx="5767509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Date Placeholder 2">
            <a:extLst>
              <a:ext uri="{FF2B5EF4-FFF2-40B4-BE49-F238E27FC236}">
                <a16:creationId xmlns:a16="http://schemas.microsoft.com/office/drawing/2014/main" id="{767B0CE1-4683-787E-7E78-385D3963DD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 dirty="0"/>
              <a:t>03/10/2025</a:t>
            </a:r>
            <a:fld id="{8A60B404-9532-4DA8-8A40-EC339A5BE635}" type="datetime1">
              <a:rPr lang="en-US" smtClean="0"/>
              <a:pPr/>
              <a:t>4/6/2026</a:t>
            </a:fld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1FC3404C-1D8E-1568-8A3A-54E59FB1D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3EB56144-4670-1B58-E7A7-D1422FD2B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65FCF90-9957-3ECF-3797-C2D9FEE25C9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CE1DC3D-3F35-8AEA-04FB-01F83E254A3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25363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143B539-8924-C0B8-CCA7-34D998DFBE9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94CABF7-7146-2440-C062-A7A27E048FE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25064" y="825622"/>
            <a:ext cx="4522936" cy="932688"/>
          </a:xfrm>
        </p:spPr>
        <p:txBody>
          <a:bodyPr lIns="0" tIns="0" rIns="0" bIns="0"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8"/>
            <a:ext cx="5648242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5" name="Content Placeholder 14">
            <a:extLst>
              <a:ext uri="{FF2B5EF4-FFF2-40B4-BE49-F238E27FC236}">
                <a16:creationId xmlns:a16="http://schemas.microsoft.com/office/drawing/2014/main" id="{0D6E1E71-0B89-05C8-E774-C2A7B85E941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25064" y="1926077"/>
            <a:ext cx="4503872" cy="4100003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2">
            <a:extLst>
              <a:ext uri="{FF2B5EF4-FFF2-40B4-BE49-F238E27FC236}">
                <a16:creationId xmlns:a16="http://schemas.microsoft.com/office/drawing/2014/main" id="{874D5977-75E4-C67F-7EED-E31BDE0F0A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 dirty="0"/>
              <a:t>03/10/2025</a:t>
            </a:r>
            <a:fld id="{8A60B404-9532-4DA8-8A40-EC339A5BE635}" type="datetime1">
              <a:rPr lang="en-US" smtClean="0"/>
              <a:pPr/>
              <a:t>4/6/2026</a:t>
            </a:fld>
            <a:endParaRPr lang="en-US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627033D7-64E7-A801-F814-EFB769601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B84A8F00-1CC3-8925-1509-3B5E97544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C7AEE2D-FC46-D9E4-9B50-387B4FD567F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D62481-A06C-5002-BF7F-77030C50D3B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170475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73C539E-0623-5929-BCEC-D78603191F7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E87B982-FFFC-A392-9770-4B6E1013F55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3490" y="831918"/>
            <a:ext cx="4572000" cy="1454081"/>
          </a:xfrm>
        </p:spPr>
        <p:txBody>
          <a:bodyPr lIns="0" tIns="0" rIns="0" bIns="0"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14">
            <a:extLst>
              <a:ext uri="{FF2B5EF4-FFF2-40B4-BE49-F238E27FC236}">
                <a16:creationId xmlns:a16="http://schemas.microsoft.com/office/drawing/2014/main" id="{12B2705C-C73D-683F-26BE-4A73BC9A33C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73491" y="2461098"/>
            <a:ext cx="4571999" cy="3564982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1" y="831919"/>
            <a:ext cx="543028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Date Placeholder 2">
            <a:extLst>
              <a:ext uri="{FF2B5EF4-FFF2-40B4-BE49-F238E27FC236}">
                <a16:creationId xmlns:a16="http://schemas.microsoft.com/office/drawing/2014/main" id="{16AE17EA-5DE5-8855-1E1E-385F234BA0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 dirty="0"/>
              <a:t>03/10/2025</a:t>
            </a:r>
            <a:fld id="{8A60B404-9532-4DA8-8A40-EC339A5BE635}" type="datetime1">
              <a:rPr lang="en-US" smtClean="0"/>
              <a:pPr/>
              <a:t>4/6/2026</a:t>
            </a:fld>
            <a:endParaRPr lang="en-US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E2416C41-9ADB-1026-364B-9B1691E4F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188799B5-E673-DEC7-3C2D-136D84230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E82FBAA-97D8-63A0-17D5-F9253ABE611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3DA902-FEB6-39F4-636D-7825E8E2A3D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434373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6DE35DD-8058-B253-9AE4-5343BE2B4D9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844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F09DCB7-1228-2DB6-BF64-0785F0FD444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89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46432" y="831918"/>
            <a:ext cx="3401568" cy="1527048"/>
          </a:xfrm>
        </p:spPr>
        <p:txBody>
          <a:bodyPr lIns="0" tIns="0" rIns="0" bIns="0"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8"/>
            <a:ext cx="6740144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51116429-AB70-C20D-68E5-16E75453156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46433" y="2590800"/>
            <a:ext cx="3401568" cy="3435280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776FF1D7-D2E1-9D6F-EDE2-9D9DFF35F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1D41FB96-972B-0FA7-7C7C-A0ABD216C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AC8983F-239A-B6B7-795A-CCEFADE1EF2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48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F8957D-AAB0-DEFF-9EB9-87C630548EE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93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77F51-9761-F2F7-DF84-18F30B6C29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168401"/>
            <a:ext cx="2743200" cy="2667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pPr/>
              <a:t>4/6/2026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41408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7E35E2C-3084-0772-27D8-C1C214C8E9E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844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3C75CE7-717C-9244-6F64-72711A69332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89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9"/>
            <a:ext cx="3401568" cy="1527048"/>
          </a:xfrm>
        </p:spPr>
        <p:txBody>
          <a:bodyPr lIns="0" tIns="0" rIns="0" bIns="0"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14">
            <a:extLst>
              <a:ext uri="{FF2B5EF4-FFF2-40B4-BE49-F238E27FC236}">
                <a16:creationId xmlns:a16="http://schemas.microsoft.com/office/drawing/2014/main" id="{39F3FF2B-377F-34A8-9E2C-A1EC9335BC2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4000" y="2590800"/>
            <a:ext cx="3401568" cy="3435280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1" y="831919"/>
            <a:ext cx="658622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25DD21-FB61-1472-2D64-DF184459F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EC03000C-C6AF-7EB5-E3EE-24823248D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204AC67-A154-C296-CA4A-49DCD172C8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48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9E96F2D-3C3D-A945-47E2-8DFBDDA59B1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93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B6089DF-6C45-7412-2734-8B13677451A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168401"/>
            <a:ext cx="2743200" cy="2667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pPr/>
              <a:t>4/6/2026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9892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C22D34A-FBBF-9CE0-34C0-3280F9BBA5C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844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4F763C5-31DF-45A8-C0B5-6A919573FAC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89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73454" y="831919"/>
            <a:ext cx="3273552" cy="2035696"/>
          </a:xfrm>
        </p:spPr>
        <p:txBody>
          <a:bodyPr lIns="0" tIns="0" rIns="0" bIns="0"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831919"/>
            <a:ext cx="6937365" cy="509168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Content Placeholder 14">
            <a:extLst>
              <a:ext uri="{FF2B5EF4-FFF2-40B4-BE49-F238E27FC236}">
                <a16:creationId xmlns:a16="http://schemas.microsoft.com/office/drawing/2014/main" id="{BF4B9AE9-B78A-6D7F-20C0-F283C1653FD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73453" y="3048000"/>
            <a:ext cx="3274547" cy="2978080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5E2451-9812-34C5-3C33-856233B63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F7BEE80C-92D1-4F33-B7E5-AE68C008D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5F4499B-9AF3-3A1A-12B9-F6C1E6E9095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48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65BF30-A776-10EB-762C-FBB4D91FD5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693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3CF56CB-74FD-C1FE-4BAA-59AD65AFB2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168401"/>
            <a:ext cx="2743200" cy="2667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pPr/>
              <a:t>4/6/2026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52457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31919"/>
            <a:ext cx="10504001" cy="3472067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3998" y="4509559"/>
            <a:ext cx="4579339" cy="1516522"/>
          </a:xfrm>
        </p:spPr>
        <p:txBody>
          <a:bodyPr lIns="0" tIns="0" rIns="0" bIns="0"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B2CDF48D-CCCD-B99E-F3E4-CBE0FAF00AA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28640" y="4509558"/>
            <a:ext cx="5719361" cy="1516522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ADC8C146-0A20-4029-98D5-9A42EEDF8B24}" type="datetime1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9BF16D-597E-71C6-2E3F-617E81AC1DE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177401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BFFD748-48BA-022F-3C3B-8ECFF6991C0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177402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71A5897-3B1D-D50B-2427-DE31939A858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312E9A-BE86-243D-20DB-F00178EEA3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879482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865938"/>
            <a:ext cx="10504001" cy="2556004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3999" y="3785800"/>
            <a:ext cx="2953618" cy="2240280"/>
          </a:xfrm>
        </p:spPr>
        <p:txBody>
          <a:bodyPr lIns="0" tIns="0" rIns="0" bIns="0"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14">
            <a:extLst>
              <a:ext uri="{FF2B5EF4-FFF2-40B4-BE49-F238E27FC236}">
                <a16:creationId xmlns:a16="http://schemas.microsoft.com/office/drawing/2014/main" id="{0E7AD882-6D78-F3F8-8E45-92D9E2011FF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23360" y="3785800"/>
            <a:ext cx="7324641" cy="2240280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87C12A2F-57DF-45DA-A7E9-678FD33267B9}" type="datetime1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10FEAA-9CDF-DFFD-DBD8-08095A039FE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177401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A1CFA0B-85DB-50C1-2DCE-43E1EDBBD5A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177402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5C54F2B-C639-D1C8-E104-CE340FCBE38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D35091-8023-DE48-73F1-9D869CF9CD9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939695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BFB787F-F856-83D9-31F8-50BF0D4FA83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02657CF-AF2D-4A8E-63B2-8CCAB197AC0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809E7E7-B740-A6CE-1420-F217E7F4A6B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89654F-122C-B489-BF0E-A6BAA5D165B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31918"/>
            <a:ext cx="2953618" cy="2240279"/>
          </a:xfrm>
        </p:spPr>
        <p:txBody>
          <a:bodyPr lIns="0" tIns="0" rIns="0" bIns="0"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14">
            <a:extLst>
              <a:ext uri="{FF2B5EF4-FFF2-40B4-BE49-F238E27FC236}">
                <a16:creationId xmlns:a16="http://schemas.microsoft.com/office/drawing/2014/main" id="{A11349E4-C41F-EF8C-5B32-8D12705832F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33520" y="831918"/>
            <a:ext cx="7314480" cy="2240278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3310759"/>
            <a:ext cx="10504001" cy="2722852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D6D9177A-278B-20CD-FE5E-6F6619513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D941CF86-87E6-8948-A328-3A114B74D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0918809-FD32-F4A8-916A-8C76FA0B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168401"/>
            <a:ext cx="2743200" cy="2667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pPr/>
              <a:t>4/6/2026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7792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3963" y="858337"/>
            <a:ext cx="10504000" cy="970463"/>
          </a:xfrm>
        </p:spPr>
        <p:txBody>
          <a:bodyPr lIns="0" tIns="0" rIns="0" bIns="0" anchor="ctr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3963" y="2081048"/>
            <a:ext cx="6157458" cy="3945032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14">
            <a:extLst>
              <a:ext uri="{FF2B5EF4-FFF2-40B4-BE49-F238E27FC236}">
                <a16:creationId xmlns:a16="http://schemas.microsoft.com/office/drawing/2014/main" id="{F73A54CA-FA08-6D99-1B77-AB0DB1F1F79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44080" y="2081048"/>
            <a:ext cx="4133883" cy="3945032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766791B-F730-470C-BD5E-FFF8D449589F}" type="datetime1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2BD5C2-C97A-C70B-4A03-5569FBDD129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177401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51B1B7C-F3EB-F411-B2F9-1447EABB0CA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177402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2B7F775-C47A-0C90-3F41-F05671F1F11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1DFAFE-D783-B15F-D030-6FAC8A72D01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598462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695BEAC7-7B0C-C67F-01EC-0D5C31CD35E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398174-5A2A-0232-7084-BDB432D18CD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52884"/>
            <a:ext cx="4672584" cy="1453896"/>
          </a:xfrm>
        </p:spPr>
        <p:txBody>
          <a:bodyPr lIns="0" tIns="0" rIns="0" bIns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4000" y="2459420"/>
            <a:ext cx="4672584" cy="354569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Content Placeholder 14">
            <a:extLst>
              <a:ext uri="{FF2B5EF4-FFF2-40B4-BE49-F238E27FC236}">
                <a16:creationId xmlns:a16="http://schemas.microsoft.com/office/drawing/2014/main" id="{4715548A-198D-A2A2-D9C7-3779F8215AC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20080" y="831918"/>
            <a:ext cx="5627921" cy="5194162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D06C25B-BA04-6374-65A0-76BDFB99C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F1172CCB-6D6C-0A38-3222-0CAD79CB3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DE88A6-D60B-5097-2962-CB861AC16AB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B0A4DDF-9BA3-BD54-C7E8-4ED5D6B4277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F54A775-89E7-5952-D197-FE7A94462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168401"/>
            <a:ext cx="2743200" cy="2667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pPr/>
              <a:t>4/6/2026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6905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55CD5E4D-B21F-98DF-71BB-3A8188C85DB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D01567-22D1-D593-7AB7-C9C8909D583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873725"/>
            <a:ext cx="3657603" cy="1453896"/>
          </a:xfrm>
        </p:spPr>
        <p:txBody>
          <a:bodyPr lIns="0" tIns="0" rIns="0" bIns="0"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43999" y="2490951"/>
            <a:ext cx="3657603" cy="3493323"/>
          </a:xfrm>
        </p:spPr>
        <p:txBody>
          <a:bodyPr/>
          <a:lstStyle/>
          <a:p>
            <a:endParaRPr lang="en-US"/>
          </a:p>
        </p:txBody>
      </p:sp>
      <p:sp>
        <p:nvSpPr>
          <p:cNvPr id="6" name="Content Placeholder 14">
            <a:extLst>
              <a:ext uri="{FF2B5EF4-FFF2-40B4-BE49-F238E27FC236}">
                <a16:creationId xmlns:a16="http://schemas.microsoft.com/office/drawing/2014/main" id="{75509B30-B5BA-035C-9545-B2FADE9F1D7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4400" y="873725"/>
            <a:ext cx="6623601" cy="5152355"/>
          </a:xfrm>
        </p:spPr>
        <p:txBody>
          <a:bodyPr lIns="0" tIns="0" rIns="0" bIns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B6D1E27-668D-3A81-ECA7-E859B09D8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839268F-45AE-773B-CA70-8DA32DFFF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09008C-348E-CAC8-F695-08D4D59DB3D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392DB71-11A1-8B7E-EAA4-FDA88B6D586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05589EF-8DD8-AEE5-B805-F35A554E7F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168401"/>
            <a:ext cx="2743200" cy="2667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pPr/>
              <a:t>4/6/2026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58323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93814EA-F598-EBFD-83D1-6782D7CBB59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F4F8927-891C-4D7A-C2D3-6EB5EF671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lIns="0" tIns="0" rIns="0" bIns="0" anchor="b">
            <a:no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489314B-CDC1-7F7E-C4DD-AAC0E5222B0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377440" y="4997668"/>
            <a:ext cx="7525512" cy="1028411"/>
          </a:xfrm>
        </p:spPr>
        <p:txBody>
          <a:bodyPr lIns="0" tIns="0" rIns="0" bIns="0" anchor="t">
            <a:noAutofit/>
          </a:bodyPr>
          <a:lstStyle>
            <a:lvl1pPr marL="0" indent="0" algn="ctr">
              <a:buNone/>
              <a:defRPr sz="30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Date Placeholder 4">
            <a:extLst>
              <a:ext uri="{FF2B5EF4-FFF2-40B4-BE49-F238E27FC236}">
                <a16:creationId xmlns:a16="http://schemas.microsoft.com/office/drawing/2014/main" id="{4D81316D-7AD5-22E6-6806-2F3D201FB5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12DB3EA1-DD0C-4B8D-8364-52024B4530F1}" type="datetime1">
              <a:rPr lang="en-US" smtClean="0"/>
              <a:t>4/6/2026</a:t>
            </a:fld>
            <a:endParaRPr lang="en-US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545E312D-C246-214A-8F58-D9F6BAB6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5DB604A8-7D54-9DD8-8A5E-316C302ED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C7A0F15-0EC8-3130-B9B5-66D39962587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98418" y="5076497"/>
            <a:ext cx="949582" cy="94958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7BB827-F847-836C-072E-C2C3984CE54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61992" y="5076496"/>
            <a:ext cx="949582" cy="94958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27088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 mod="1"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>
            <a:extLst>
              <a:ext uri="{FF2B5EF4-FFF2-40B4-BE49-F238E27FC236}">
                <a16:creationId xmlns:a16="http://schemas.microsoft.com/office/drawing/2014/main" id="{11CA164D-7C6B-06BE-16C2-75C3BBB09D5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9910514" y="4576512"/>
            <a:ext cx="2281488" cy="22814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133856"/>
            <a:ext cx="10652760" cy="1133856"/>
          </a:xfrm>
        </p:spPr>
        <p:txBody>
          <a:bodyPr lIns="0" tIns="0" rIns="0" bIns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F564D697-3A15-958B-0687-86B35554E5C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68500"/>
            <a:ext cx="8266176" cy="4267708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Date Placeholder 2">
            <a:extLst>
              <a:ext uri="{FF2B5EF4-FFF2-40B4-BE49-F238E27FC236}">
                <a16:creationId xmlns:a16="http://schemas.microsoft.com/office/drawing/2014/main" id="{7BE9796F-7CAB-A7AD-BB1B-EF86F280A9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 dirty="0"/>
              <a:t>03/10/2025</a:t>
            </a:r>
            <a:fld id="{8A60B404-9532-4DA8-8A40-EC339A5BE635}" type="datetime1">
              <a:rPr lang="en-US" smtClean="0"/>
              <a:pPr/>
              <a:t>4/6/2026</a:t>
            </a:fld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FB9F2B7A-26D1-C74D-5C9C-6D7D978F5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E8025FD8-B45A-B3C3-084D-724FB4DFB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B71AB10C-8E59-AE2D-86E6-6D9A67FE36C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9910514" y="2294706"/>
            <a:ext cx="2281486" cy="228148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469576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>
            <a:extLst>
              <a:ext uri="{FF2B5EF4-FFF2-40B4-BE49-F238E27FC236}">
                <a16:creationId xmlns:a16="http://schemas.microsoft.com/office/drawing/2014/main" id="{ABBD9B3D-FB5A-6D3F-EF35-F7B4FBF0ECC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9910514" y="4576512"/>
            <a:ext cx="2281488" cy="22814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133856"/>
            <a:ext cx="10652760" cy="1133856"/>
          </a:xfrm>
        </p:spPr>
        <p:txBody>
          <a:bodyPr lIns="0" tIns="0" rIns="0" bIns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84CA7AA3-D510-AE6D-77CB-24E1A93D218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68500"/>
            <a:ext cx="8266176" cy="42677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A16EFAA2-E99D-F827-DFFE-D71EBB1C99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4/6/2026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D80EBC9-29E7-4715-E05F-F2D325C93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5C54C63-BED0-0452-B6A1-95AD18F28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FE1ABDF3-0063-4A1D-10BB-DA224E36DC1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9910514" y="2294706"/>
            <a:ext cx="2281486" cy="228148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73526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>
            <a:extLst>
              <a:ext uri="{FF2B5EF4-FFF2-40B4-BE49-F238E27FC236}">
                <a16:creationId xmlns:a16="http://schemas.microsoft.com/office/drawing/2014/main" id="{1812D861-AAF6-629C-C60E-0B5C3515927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9910514" y="4576512"/>
            <a:ext cx="2281488" cy="22814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133856"/>
            <a:ext cx="10652760" cy="1133856"/>
          </a:xfrm>
        </p:spPr>
        <p:txBody>
          <a:bodyPr lIns="0" tIns="0" rIns="0" bIns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EC92FC1E-596F-194E-3F60-0A378404860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68500"/>
            <a:ext cx="8266176" cy="4267708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312B60F2-F319-70A6-2EBE-ED2F93E6BB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4/6/2026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78C9B71-D747-9AA5-01A4-6AEFAECC7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264EEDC-4B25-0FE5-4420-D6FB69DD9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val 9">
            <a:extLst>
              <a:ext uri="{FF2B5EF4-FFF2-40B4-BE49-F238E27FC236}">
                <a16:creationId xmlns:a16="http://schemas.microsoft.com/office/drawing/2014/main" id="{3B5B8FFC-1EB4-655C-F3FA-BF2976D1E3A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9910514" y="2294706"/>
            <a:ext cx="2281486" cy="228148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038223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BD6CD142-9810-6E9E-811F-FBF95DAB136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410E30-A3EF-7BFE-43CC-85D8B7FDC4C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31919"/>
            <a:ext cx="10515600" cy="1132258"/>
          </a:xfrm>
        </p:spPr>
        <p:txBody>
          <a:bodyPr lIns="0" tIns="0" rIns="0" bIns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2147455"/>
            <a:ext cx="5181600" cy="38786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72200" y="2147455"/>
            <a:ext cx="5181600" cy="38786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60A18B9-CFE5-6D5D-5C30-04F0B33776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168401"/>
            <a:ext cx="2743200" cy="2667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pPr/>
              <a:t>4/6/2026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23869561-2D2D-9996-FFE8-388DC6E99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998549-C638-4A98-30C9-24AEA6415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999891-11D4-E429-CDE9-3DF80CE2015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B733A1D-510F-48B2-3D98-68215649F5A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170934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C6BD940F-D20B-0BF8-988B-5F547E82603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000" y="602608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4561AA-EE8E-A34D-D1B7-BCB6A39A792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89482" y="602608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6374" y="838988"/>
            <a:ext cx="10461626" cy="1143292"/>
          </a:xfrm>
        </p:spPr>
        <p:txBody>
          <a:bodyPr lIns="0" tIns="0" rIns="0" bIns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44000" y="2142935"/>
            <a:ext cx="5157787" cy="559834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4000" y="2844801"/>
            <a:ext cx="5157788" cy="317421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64812" y="2142935"/>
            <a:ext cx="5183188" cy="559834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64812" y="2844801"/>
            <a:ext cx="5183188" cy="317421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B593D132-537B-9DD5-6B41-6F24C843C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BE6E8398-5863-5CDD-8A1A-FAF35E8D3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187B6F-DAFE-6F4E-C600-61C125681F3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348000" y="177400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E069CF5-8226-D57D-93F5-CB79F89435E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0693482" y="177401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2275FBC0-CDAF-8728-57DD-F90BC45BAA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168401"/>
            <a:ext cx="2743200" cy="2667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pPr/>
              <a:t>4/6/2026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66049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8">
            <a:extLst>
              <a:ext uri="{FF2B5EF4-FFF2-40B4-BE49-F238E27FC236}">
                <a16:creationId xmlns:a16="http://schemas.microsoft.com/office/drawing/2014/main" id="{DDD22BDB-6215-B88F-E45B-801DAF53832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9910514" y="4576512"/>
            <a:ext cx="2281488" cy="22814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7420" y="1130299"/>
            <a:ext cx="8510403" cy="1142367"/>
          </a:xfrm>
        </p:spPr>
        <p:txBody>
          <a:bodyPr lIns="0" tIns="0" rIns="0" bIns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60D48F82-45FC-A36B-0146-5E8D370B7C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 dirty="0"/>
              <a:t>03/10/2025</a:t>
            </a:r>
            <a:fld id="{8A60B404-9532-4DA8-8A40-EC339A5BE635}" type="datetime1">
              <a:rPr lang="en-US" smtClean="0"/>
              <a:pPr/>
              <a:t>4/6/2026</a:t>
            </a:fld>
            <a:endParaRPr lang="en-US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0ACEA3CE-FEF8-2294-2081-7C50B08B5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C5CEDF45-2CB7-35F2-5138-54DBA2ADD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Oval 9">
            <a:extLst>
              <a:ext uri="{FF2B5EF4-FFF2-40B4-BE49-F238E27FC236}">
                <a16:creationId xmlns:a16="http://schemas.microsoft.com/office/drawing/2014/main" id="{3B8FB568-40CA-4614-DF0C-2C6D33DBF8E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9910514" y="2294706"/>
            <a:ext cx="2281486" cy="228148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Oval 5">
            <a:extLst>
              <a:ext uri="{FF2B5EF4-FFF2-40B4-BE49-F238E27FC236}">
                <a16:creationId xmlns:a16="http://schemas.microsoft.com/office/drawing/2014/main" id="{19509B16-033B-8F64-FFC4-DDE5E8D48D5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60400" y="1853249"/>
            <a:ext cx="307937" cy="30793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4A002548-DE85-310F-C8D5-5305547E86E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853249"/>
            <a:ext cx="660400" cy="3079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2122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6">
            <a:extLst>
              <a:ext uri="{FF2B5EF4-FFF2-40B4-BE49-F238E27FC236}">
                <a16:creationId xmlns:a16="http://schemas.microsoft.com/office/drawing/2014/main" id="{3CA77268-47A6-DBA8-B49A-089CF0ABA55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0693482" y="177403"/>
            <a:ext cx="654518" cy="65451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457AE0FC-167D-DCD4-7E90-08F6C5CF534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11348000" y="177404"/>
            <a:ext cx="654518" cy="6545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Rectangle 11">
            <a:extLst>
              <a:ext uri="{FF2B5EF4-FFF2-40B4-BE49-F238E27FC236}">
                <a16:creationId xmlns:a16="http://schemas.microsoft.com/office/drawing/2014/main" id="{6CB3C578-3B25-DE12-0521-367F4E72122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rot="5400000" flipH="1" flipV="1">
            <a:off x="6007099" y="673099"/>
            <a:ext cx="177801" cy="1219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Oval 5">
            <a:extLst>
              <a:ext uri="{FF2B5EF4-FFF2-40B4-BE49-F238E27FC236}">
                <a16:creationId xmlns:a16="http://schemas.microsoft.com/office/drawing/2014/main" id="{E81BD741-F30D-3EC0-3E21-FE8EDC56FE9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60400" y="1853249"/>
            <a:ext cx="307937" cy="30793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B78CB1F1-43DC-84A2-DB38-42CED8A6D0D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853249"/>
            <a:ext cx="660400" cy="30793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9CCEDB7-7782-5D8A-FC68-FF822CFE46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7420" y="1130299"/>
            <a:ext cx="8510403" cy="1142367"/>
          </a:xfrm>
        </p:spPr>
        <p:txBody>
          <a:bodyPr lIns="0" tIns="0" rIns="0" bIns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E3235B6E-0BC4-E35C-A63D-8431B00F0646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107422" y="2714114"/>
            <a:ext cx="3286779" cy="3144803"/>
          </a:xfrm>
          <a:custGeom>
            <a:avLst/>
            <a:gdLst>
              <a:gd name="connsiteX0" fmla="*/ 0 w 3286779"/>
              <a:gd name="connsiteY0" fmla="*/ 0 h 3144803"/>
              <a:gd name="connsiteX1" fmla="*/ 3286779 w 3286779"/>
              <a:gd name="connsiteY1" fmla="*/ 0 h 3144803"/>
              <a:gd name="connsiteX2" fmla="*/ 3286779 w 3286779"/>
              <a:gd name="connsiteY2" fmla="*/ 3144803 h 3144803"/>
              <a:gd name="connsiteX3" fmla="*/ 0 w 3286779"/>
              <a:gd name="connsiteY3" fmla="*/ 3144803 h 31448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86779" h="3144803">
                <a:moveTo>
                  <a:pt x="0" y="0"/>
                </a:moveTo>
                <a:lnTo>
                  <a:pt x="3286779" y="0"/>
                </a:lnTo>
                <a:lnTo>
                  <a:pt x="3286779" y="3144803"/>
                </a:lnTo>
                <a:lnTo>
                  <a:pt x="0" y="314480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cxnSp>
        <p:nvCxnSpPr>
          <p:cNvPr id="19" name="Straight Connector 3">
            <a:extLst>
              <a:ext uri="{FF2B5EF4-FFF2-40B4-BE49-F238E27FC236}">
                <a16:creationId xmlns:a16="http://schemas.microsoft.com/office/drawing/2014/main" id="{917DECF4-2610-D056-1F1B-0A01B2308F3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802105" y="3192992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4">
            <a:extLst>
              <a:ext uri="{FF2B5EF4-FFF2-40B4-BE49-F238E27FC236}">
                <a16:creationId xmlns:a16="http://schemas.microsoft.com/office/drawing/2014/main" id="{2C28AB49-3DB1-E52D-1AB4-B1709BC0AB8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802105" y="3192992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40FAA266-7A2C-303C-37A9-D9096061EB68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4802106" y="2782957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30CEB8D7-8819-9032-A32B-1E36953A03F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02105" y="3300177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cxnSp>
        <p:nvCxnSpPr>
          <p:cNvPr id="23" name="Straight Connector 3">
            <a:extLst>
              <a:ext uri="{FF2B5EF4-FFF2-40B4-BE49-F238E27FC236}">
                <a16:creationId xmlns:a16="http://schemas.microsoft.com/office/drawing/2014/main" id="{A273CF89-AB4A-0304-626F-BFDCFC1E20C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802105" y="5056594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4">
            <a:extLst>
              <a:ext uri="{FF2B5EF4-FFF2-40B4-BE49-F238E27FC236}">
                <a16:creationId xmlns:a16="http://schemas.microsoft.com/office/drawing/2014/main" id="{5A619983-7048-CFFA-2B3F-E567DA8E3A1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802105" y="5056594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60DD2985-D841-921A-2CA5-FA93C316ACB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4802106" y="4646559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A1B32814-1E10-4360-C81E-F89CCF85700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02105" y="5163779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cxnSp>
        <p:nvCxnSpPr>
          <p:cNvPr id="44" name="Straight Connector 3">
            <a:extLst>
              <a:ext uri="{FF2B5EF4-FFF2-40B4-BE49-F238E27FC236}">
                <a16:creationId xmlns:a16="http://schemas.microsoft.com/office/drawing/2014/main" id="{E3DDDE90-D898-8159-4120-69CD5B67197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548005" y="3192992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">
            <a:extLst>
              <a:ext uri="{FF2B5EF4-FFF2-40B4-BE49-F238E27FC236}">
                <a16:creationId xmlns:a16="http://schemas.microsoft.com/office/drawing/2014/main" id="{911865EF-2FFC-ABE3-A83C-6F770125D1C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548005" y="3192992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6F566BA2-1186-85A4-6ED7-A0446CC42128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548006" y="2782957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802D8DCD-6AEF-BCCC-41E1-218BC4F8CBC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548005" y="3300177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cxnSp>
        <p:nvCxnSpPr>
          <p:cNvPr id="48" name="Straight Connector 3">
            <a:extLst>
              <a:ext uri="{FF2B5EF4-FFF2-40B4-BE49-F238E27FC236}">
                <a16:creationId xmlns:a16="http://schemas.microsoft.com/office/drawing/2014/main" id="{6EF6E5FB-696E-E4DA-376C-C6E58622653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548005" y="5056594"/>
            <a:ext cx="2970895" cy="17999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">
            <a:extLst>
              <a:ext uri="{FF2B5EF4-FFF2-40B4-BE49-F238E27FC236}">
                <a16:creationId xmlns:a16="http://schemas.microsoft.com/office/drawing/2014/main" id="{45179F2C-623F-1831-DD39-ED9E7ED5931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548005" y="5056594"/>
            <a:ext cx="239117" cy="0"/>
          </a:xfrm>
          <a:prstGeom prst="lin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A0830792-F096-74D1-6CB2-FE2D1864B418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548006" y="4646559"/>
            <a:ext cx="2970894" cy="32085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none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10">
            <a:extLst>
              <a:ext uri="{FF2B5EF4-FFF2-40B4-BE49-F238E27FC236}">
                <a16:creationId xmlns:a16="http://schemas.microsoft.com/office/drawing/2014/main" id="{29642387-6B33-1DBB-00B8-EDF68B532CA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48005" y="5163779"/>
            <a:ext cx="2970895" cy="91849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>
                <a:latin typeface="+mn-lt"/>
              </a:defRPr>
            </a:lvl1pPr>
            <a:lvl2pPr marL="457200" indent="0">
              <a:buNone/>
              <a:defRPr sz="1400">
                <a:latin typeface="+mn-lt"/>
              </a:defRPr>
            </a:lvl2pPr>
            <a:lvl3pPr marL="914400" indent="0">
              <a:buNone/>
              <a:defRPr sz="14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/>
              <a:t>Click to add item title</a:t>
            </a:r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60D48F82-45FC-A36B-0146-5E8D370B7C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 dirty="0"/>
              <a:t>03/10/2025</a:t>
            </a:r>
            <a:fld id="{8A60B404-9532-4DA8-8A40-EC339A5BE635}" type="datetime1">
              <a:rPr lang="en-US" smtClean="0"/>
              <a:pPr/>
              <a:t>4/6/2026</a:t>
            </a:fld>
            <a:endParaRPr lang="en-US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0ACEA3CE-FEF8-2294-2081-7C50B08B5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C5CEDF45-2CB7-35F2-5138-54DBA2ADD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62276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175" y="831919"/>
            <a:ext cx="7342307" cy="1791217"/>
          </a:xfrm>
        </p:spPr>
        <p:txBody>
          <a:bodyPr lIns="0" tIns="0" rIns="0" bIns="0"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60427" y="3280496"/>
            <a:ext cx="10504000" cy="2743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157987AA-E4E6-4FC1-BAD8-09A952212C58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76288D7-F050-E1E7-DC78-67369A1148C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3346" y="831920"/>
            <a:ext cx="831082" cy="83108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394A36-B784-7244-4CF7-3B5208E8D70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702264" y="831920"/>
            <a:ext cx="831082" cy="83108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08176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3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2278D60-FC64-3BFB-1E09-A1791F9154D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9592226" y="4576512"/>
            <a:ext cx="2281488" cy="22814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4000" y="1627318"/>
            <a:ext cx="8430767" cy="1842020"/>
          </a:xfrm>
        </p:spPr>
        <p:txBody>
          <a:bodyPr lIns="0" tIns="0" rIns="0" bIns="0"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44128" y="3622674"/>
            <a:ext cx="8430639" cy="127961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F0CDBB60-E0E0-833E-F84B-9BEC60B79C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7225" y="6400800"/>
            <a:ext cx="2743200" cy="266700"/>
          </a:xfrm>
        </p:spPr>
        <p:txBody>
          <a:bodyPr/>
          <a:lstStyle/>
          <a:p>
            <a:r>
              <a:rPr lang="en-US" altLang="zh-CN" dirty="0"/>
              <a:t>03/10/2025</a:t>
            </a:r>
            <a:fld id="{4D63035D-22A0-4334-A9AE-2457016C8B47}" type="datetime1">
              <a:rPr lang="en-US" smtClean="0"/>
              <a:t>4/6/2026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63CCC54A-AE1A-0789-DF90-5E087B853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0475" y="6400800"/>
            <a:ext cx="3657600" cy="2667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507772A-AF63-4BA6-5E0F-6C909D0E0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58125" y="6400800"/>
            <a:ext cx="3657600" cy="266700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8BF7F53-1667-65E2-E3E8-2BDFBB43004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9592226" y="2294706"/>
            <a:ext cx="2281486" cy="228148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63691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12DB3EA1-DD0C-4B8D-8364-52024B4530F1}" type="datetime1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r>
              <a:rPr lang="en-US" smtClean="0"/>
              <a:t>Sample Footer Text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98514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  <p:sldLayoutId id="2147483841" r:id="rId13"/>
    <p:sldLayoutId id="2147483842" r:id="rId14"/>
    <p:sldLayoutId id="2147483843" r:id="rId15"/>
    <p:sldLayoutId id="2147483844" r:id="rId16"/>
    <p:sldLayoutId id="2147483845" r:id="rId17"/>
    <p:sldLayoutId id="2147483846" r:id="rId18"/>
    <p:sldLayoutId id="2147483847" r:id="rId19"/>
    <p:sldLayoutId id="2147483848" r:id="rId20"/>
    <p:sldLayoutId id="2147483849" r:id="rId21"/>
    <p:sldLayoutId id="2147483850" r:id="rId22"/>
    <p:sldLayoutId id="2147483851" r:id="rId23"/>
    <p:sldLayoutId id="2147483852" r:id="rId24"/>
    <p:sldLayoutId id="2147483853" r:id="rId25"/>
    <p:sldLayoutId id="2147483706" r:id="rId26"/>
    <p:sldLayoutId id="2147483707" r:id="rId27"/>
    <p:sldLayoutId id="2147483708" r:id="rId28"/>
    <p:sldLayoutId id="2147483709" r:id="rId29"/>
    <p:sldLayoutId id="2147483711" r:id="rId30"/>
    <p:sldLayoutId id="2147483759" r:id="rId31"/>
    <p:sldLayoutId id="2147483705" r:id="rId32"/>
    <p:sldLayoutId id="2147483764" r:id="rId33"/>
    <p:sldLayoutId id="2147483665" r:id="rId34"/>
    <p:sldLayoutId id="2147483666" r:id="rId35"/>
    <p:sldLayoutId id="2147483667" r:id="rId36"/>
    <p:sldLayoutId id="2147483669" r:id="rId37"/>
    <p:sldLayoutId id="2147483670" r:id="rId38"/>
    <p:sldLayoutId id="2147483671" r:id="rId39"/>
    <p:sldLayoutId id="2147483672" r:id="rId40"/>
    <p:sldLayoutId id="2147483673" r:id="rId41"/>
    <p:sldLayoutId id="2147483674" r:id="rId42"/>
    <p:sldLayoutId id="2147483675" r:id="rId43"/>
    <p:sldLayoutId id="2147483676" r:id="rId44"/>
    <p:sldLayoutId id="2147483678" r:id="rId45"/>
    <p:sldLayoutId id="2147483679" r:id="rId46"/>
    <p:sldLayoutId id="2147483680" r:id="rId47"/>
    <p:sldLayoutId id="2147483681" r:id="rId48"/>
    <p:sldLayoutId id="2147483682" r:id="rId49"/>
    <p:sldLayoutId id="2147483683" r:id="rId50"/>
    <p:sldLayoutId id="2147483684" r:id="rId51"/>
    <p:sldLayoutId id="2147483685" r:id="rId52"/>
    <p:sldLayoutId id="2147483686" r:id="rId53"/>
    <p:sldLayoutId id="2147483687" r:id="rId54"/>
    <p:sldLayoutId id="2147483688" r:id="rId55"/>
    <p:sldLayoutId id="2147483689" r:id="rId56"/>
    <p:sldLayoutId id="2147483692" r:id="rId57"/>
    <p:sldLayoutId id="2147483756" r:id="rId58"/>
    <p:sldLayoutId id="2147483757" r:id="rId59"/>
    <p:sldLayoutId id="2147483693" r:id="rId60"/>
    <p:sldLayoutId id="2147483697" r:id="rId61"/>
    <p:sldLayoutId id="2147483698" r:id="rId62"/>
    <p:sldLayoutId id="2147483763" r:id="rId63"/>
    <p:sldLayoutId id="2147483762" r:id="rId64"/>
    <p:sldLayoutId id="2147483703" r:id="rId65"/>
    <p:sldLayoutId id="2147483704" r:id="rId6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 4">
            <a:extLst>
              <a:ext uri="{FF2B5EF4-FFF2-40B4-BE49-F238E27FC236}">
                <a16:creationId xmlns:a16="http://schemas.microsoft.com/office/drawing/2014/main" id="{D24A2741-D9AA-DD7A-9493-007C8662A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 tIns="0" rIns="0" bIns="0">
            <a:noAutofit/>
          </a:bodyPr>
          <a:lstStyle/>
          <a:p>
            <a:pPr algn="ctr"/>
            <a:r>
              <a:rPr lang="en-US" altLang="zh-CN" sz="3200" dirty="0">
                <a:solidFill>
                  <a:schemeClr val="tx1"/>
                </a:solidFill>
              </a:rPr>
              <a:t>Task </a:t>
            </a:r>
            <a:r>
              <a:rPr lang="en-US" altLang="zh-CN" sz="3200" dirty="0" smtClean="0">
                <a:solidFill>
                  <a:schemeClr val="tx1"/>
                </a:solidFill>
              </a:rPr>
              <a:t>1</a:t>
            </a:r>
            <a:br>
              <a:rPr lang="en-US" altLang="zh-CN" sz="3200" dirty="0" smtClean="0">
                <a:solidFill>
                  <a:schemeClr val="tx1"/>
                </a:solidFill>
              </a:rPr>
            </a:br>
            <a:r>
              <a:rPr lang="en-GB" sz="3200" b="1" dirty="0" smtClean="0">
                <a:solidFill>
                  <a:schemeClr val="tx1"/>
                </a:solidFill>
              </a:rPr>
              <a:t>UNIVERSITY </a:t>
            </a:r>
            <a:r>
              <a:rPr lang="en-GB" sz="3200" b="1" dirty="0">
                <a:solidFill>
                  <a:schemeClr val="tx1"/>
                </a:solidFill>
              </a:rPr>
              <a:t>OF </a:t>
            </a:r>
            <a:r>
              <a:rPr lang="en-GB" sz="3200" b="1" dirty="0" smtClean="0">
                <a:solidFill>
                  <a:schemeClr val="tx1"/>
                </a:solidFill>
              </a:rPr>
              <a:t>BUEA</a:t>
            </a:r>
            <a:r>
              <a:rPr lang="en-GB" dirty="0">
                <a:solidFill>
                  <a:schemeClr val="tx1"/>
                </a:solidFill>
              </a:rPr>
              <a:t/>
            </a:r>
            <a:br>
              <a:rPr lang="en-GB" dirty="0">
                <a:solidFill>
                  <a:schemeClr val="tx1"/>
                </a:solidFill>
              </a:rPr>
            </a:br>
            <a:r>
              <a:rPr lang="en-GB" sz="2800" b="1" dirty="0">
                <a:solidFill>
                  <a:schemeClr val="tx1"/>
                </a:solidFill>
              </a:rPr>
              <a:t>Faculty Of Engineering and Technology</a:t>
            </a:r>
            <a:r>
              <a:rPr lang="en-GB" b="1" dirty="0">
                <a:solidFill>
                  <a:schemeClr val="tx1"/>
                </a:solidFill>
              </a:rPr>
              <a:t/>
            </a:r>
            <a:br>
              <a:rPr lang="en-GB" b="1" dirty="0">
                <a:solidFill>
                  <a:schemeClr val="tx1"/>
                </a:solidFill>
              </a:rPr>
            </a:b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71" name="Text Placeholder 5">
            <a:extLst>
              <a:ext uri="{FF2B5EF4-FFF2-40B4-BE49-F238E27FC236}">
                <a16:creationId xmlns:a16="http://schemas.microsoft.com/office/drawing/2014/main" id="{ACC83394-C51A-46B8-5282-9F054A03F9C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algn="ctr"/>
            <a:r>
              <a:rPr lang="en-US" altLang="zh-CN" sz="3200" b="1" dirty="0"/>
              <a:t>Internet Programming And Mobile </a:t>
            </a:r>
            <a:r>
              <a:rPr lang="en-US" altLang="zh-CN" sz="3200" b="1" dirty="0" smtClean="0"/>
              <a:t>Programming – CEF 440 </a:t>
            </a:r>
          </a:p>
          <a:p>
            <a:pPr algn="ctr"/>
            <a:r>
              <a:rPr lang="en-US" sz="3200" dirty="0" smtClean="0"/>
              <a:t>By</a:t>
            </a:r>
            <a:r>
              <a:rPr lang="en-US" sz="3200" b="1" dirty="0" smtClean="0"/>
              <a:t> </a:t>
            </a:r>
            <a:r>
              <a:rPr lang="en-GB" dirty="0" err="1" smtClean="0"/>
              <a:t>Dr</a:t>
            </a:r>
            <a:r>
              <a:rPr lang="en-GB" dirty="0" err="1"/>
              <a:t>.</a:t>
            </a:r>
            <a:r>
              <a:rPr lang="en-GB" dirty="0"/>
              <a:t> </a:t>
            </a:r>
            <a:r>
              <a:rPr lang="en-GB" dirty="0" err="1"/>
              <a:t>Nkemeni</a:t>
            </a:r>
            <a:r>
              <a:rPr lang="en-GB" dirty="0"/>
              <a:t> Valery</a:t>
            </a:r>
          </a:p>
          <a:p>
            <a:endParaRPr lang="en-US" altLang="zh-CN" sz="3200" b="1" dirty="0"/>
          </a:p>
        </p:txBody>
      </p:sp>
      <p:sp>
        <p:nvSpPr>
          <p:cNvPr id="26" name="Content Placeholder 11">
            <a:extLst>
              <a:ext uri="{FF2B5EF4-FFF2-40B4-BE49-F238E27FC236}">
                <a16:creationId xmlns:a16="http://schemas.microsoft.com/office/drawing/2014/main" id="{78848326-E9CB-FC78-81AD-3AFB2C215C5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61503" y="5767801"/>
            <a:ext cx="2005584" cy="314757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20000"/>
              </a:lnSpc>
              <a:buNone/>
              <a:defRPr sz="1600">
                <a:solidFill>
                  <a:schemeClr val="tx1"/>
                </a:solidFill>
                <a:latin typeface="+mn-lt"/>
              </a:defRPr>
            </a:lvl1pPr>
          </a:lstStyle>
          <a:p>
            <a:pPr lvl="0" algn="ctr"/>
            <a:endParaRPr lang="en-US" altLang="zh-CN" sz="2400" dirty="0" smtClean="0"/>
          </a:p>
          <a:p>
            <a:pPr lvl="0" algn="ctr"/>
            <a:r>
              <a:rPr lang="en-US" altLang="zh-CN" sz="2400" dirty="0" smtClean="0"/>
              <a:t>Group 16</a:t>
            </a:r>
            <a:endParaRPr lang="zh-CN" altLang="en-US" sz="2400" dirty="0"/>
          </a:p>
        </p:txBody>
      </p:sp>
      <p:pic>
        <p:nvPicPr>
          <p:cNvPr id="3" name="Picture Placeholder 2"/>
          <p:cNvPicPr>
            <a:picLocks noGrp="1" noChangeAspect="1"/>
          </p:cNvPicPr>
          <p:nvPr>
            <p:ph type="pic" sz="quarter" idx="17"/>
          </p:nvPr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628484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07F69-41ED-30F5-166A-551B5D0C7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E5B9A5-654F-D10C-C72F-92F9B261CB60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96236" y="1938827"/>
            <a:ext cx="434758" cy="385763"/>
          </a:xfrm>
        </p:spPr>
        <p:txBody>
          <a:bodyPr/>
          <a:lstStyle/>
          <a:p>
            <a:r>
              <a:rPr lang="en-GB" sz="2000" b="1" dirty="0"/>
              <a:t>01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4B31C9-771F-A407-D89F-280DF73B2FE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383229" y="1818029"/>
            <a:ext cx="3091849" cy="561003"/>
          </a:xfrm>
        </p:spPr>
        <p:txBody>
          <a:bodyPr/>
          <a:lstStyle/>
          <a:p>
            <a:r>
              <a:rPr lang="en-US" altLang="zh-CN" sz="20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F71CB5A-5B72-C38E-7D7E-F648B3709E3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01899" y="2487641"/>
            <a:ext cx="2812594" cy="720588"/>
          </a:xfrm>
        </p:spPr>
        <p:txBody>
          <a:bodyPr/>
          <a:lstStyle/>
          <a:p>
            <a:r>
              <a:rPr lang="en-US" sz="2000" noProof="1"/>
              <a:t>Foundation of budgeting </a:t>
            </a:r>
            <a:r>
              <a:rPr lang="en-US" sz="2000" noProof="1" smtClean="0"/>
              <a:t>and its </a:t>
            </a:r>
            <a:r>
              <a:rPr lang="en-US" sz="2000" noProof="1"/>
              <a:t>significance.</a:t>
            </a:r>
            <a:endParaRPr lang="en-US" sz="20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30E7F64-B964-8C53-CF09-F8CC256DCB1B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408585" y="1938827"/>
            <a:ext cx="434758" cy="385763"/>
          </a:xfrm>
        </p:spPr>
        <p:txBody>
          <a:bodyPr/>
          <a:lstStyle/>
          <a:p>
            <a:r>
              <a:rPr lang="en-GB" sz="2000" b="1" dirty="0"/>
              <a:t>02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DD5AA2-64EC-A8B5-13D9-726874BEC8E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949357" y="1745411"/>
            <a:ext cx="2812863" cy="788962"/>
          </a:xfrm>
        </p:spPr>
        <p:txBody>
          <a:bodyPr/>
          <a:lstStyle/>
          <a:p>
            <a:r>
              <a:rPr lang="en-US" altLang="zh-CN" sz="20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MAJOR TYPES OF MOBILE APPLICATION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FF48E63-DF4C-5288-C8FE-B465284EA825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903765" y="2539589"/>
            <a:ext cx="3087203" cy="720588"/>
          </a:xfrm>
        </p:spPr>
        <p:txBody>
          <a:bodyPr/>
          <a:lstStyle/>
          <a:p>
            <a:r>
              <a:rPr lang="en-US" altLang="zh-CN" sz="2000" noProof="1"/>
              <a:t>Comparing the 3 primary types of mobile applications.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5627838-9041-CCF7-2CBA-87E0F9E1AD2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7773589" y="2019041"/>
            <a:ext cx="434758" cy="355697"/>
          </a:xfrm>
        </p:spPr>
        <p:txBody>
          <a:bodyPr/>
          <a:lstStyle/>
          <a:p>
            <a:r>
              <a:rPr lang="en-GB" sz="2000" b="1" dirty="0"/>
              <a:t>03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4926C95-B877-91A7-C35C-D42E894A714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407429" y="1374675"/>
            <a:ext cx="3479800" cy="1132258"/>
          </a:xfrm>
        </p:spPr>
        <p:txBody>
          <a:bodyPr/>
          <a:lstStyle/>
          <a:p>
            <a:r>
              <a:rPr lang="en-US" sz="2000" b="1" dirty="0"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MOBILE APPLICATION PROGRAMMING LANGUAGES</a:t>
            </a:r>
            <a:endParaRPr lang="en-US" altLang="zh-CN" sz="2000" noProof="1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1892148A-47C2-00A7-9F32-9193CDAA3EDE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8407160" y="2549577"/>
            <a:ext cx="2812594" cy="720588"/>
          </a:xfrm>
        </p:spPr>
        <p:txBody>
          <a:bodyPr/>
          <a:lstStyle/>
          <a:p>
            <a:r>
              <a:rPr lang="en-US" sz="2000" noProof="1"/>
              <a:t>Review And Comparison of Mobile Application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CCE4395-2732-DD6C-B289-143F90EC99FA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44000" y="3429000"/>
            <a:ext cx="434758" cy="385763"/>
          </a:xfrm>
        </p:spPr>
        <p:txBody>
          <a:bodyPr/>
          <a:lstStyle/>
          <a:p>
            <a:r>
              <a:rPr lang="en-GB" sz="2000" b="1" dirty="0"/>
              <a:t>04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F99EFA3-031E-E36A-8AD1-8C56185D1B2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278758" y="3488134"/>
            <a:ext cx="4155406" cy="788962"/>
          </a:xfrm>
        </p:spPr>
        <p:txBody>
          <a:bodyPr/>
          <a:lstStyle/>
          <a:p>
            <a:r>
              <a:rPr lang="en-US" sz="2000" b="1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MOBILE APPLICATION DEVELOPMENT </a:t>
            </a:r>
            <a:endParaRPr lang="en-US" sz="2000" b="1" dirty="0" smtClean="0">
              <a:effectLst/>
              <a:latin typeface="Times New Roman" panose="02020603050405020304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sz="2000" b="1" dirty="0" smtClean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FRAMEWORKS</a:t>
            </a:r>
            <a:endParaRPr lang="en-US" sz="20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C2D00FDD-9F14-449E-3CD7-6B5341C37C94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1278758" y="4347708"/>
            <a:ext cx="2812594" cy="720588"/>
          </a:xfrm>
        </p:spPr>
        <p:txBody>
          <a:bodyPr/>
          <a:lstStyle/>
          <a:p>
            <a:r>
              <a:rPr lang="en-US" sz="1800" noProof="1"/>
              <a:t>Review And Comparison of Mobile Application Development Frameworks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361CB3E-BCE0-431A-1F87-462AFBA8DD27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408585" y="3496852"/>
            <a:ext cx="434758" cy="385763"/>
          </a:xfrm>
        </p:spPr>
        <p:txBody>
          <a:bodyPr/>
          <a:lstStyle/>
          <a:p>
            <a:r>
              <a:rPr lang="en-GB" sz="2000" b="1" dirty="0"/>
              <a:t>05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48AD761-BA58-FB71-0C6C-B8A01131D7C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870683" y="3810772"/>
            <a:ext cx="3674740" cy="1030608"/>
          </a:xfrm>
        </p:spPr>
        <p:txBody>
          <a:bodyPr/>
          <a:lstStyle/>
          <a:p>
            <a:r>
              <a:rPr lang="en-US" sz="2000" b="1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MOBILE APPLICATION ARCHITACTURES </a:t>
            </a:r>
            <a:endParaRPr lang="en-US" sz="2000" b="1" dirty="0" smtClean="0">
              <a:effectLst/>
              <a:latin typeface="Times New Roman" panose="02020603050405020304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sz="2000" b="1" dirty="0" smtClean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AND 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DESIGN </a:t>
            </a:r>
            <a:r>
              <a:rPr lang="en-US" sz="2000" b="1" dirty="0" smtClean="0"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PATTERNS</a:t>
            </a:r>
            <a:endParaRPr lang="en-US" sz="2000" dirty="0">
              <a:effectLst/>
              <a:latin typeface="Times New Roman" panose="02020603050405020304" pitchFamily="18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600" b="1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E414148B-AEBF-596F-19C3-445753A897A7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4910460" y="4481287"/>
            <a:ext cx="2812594" cy="720588"/>
          </a:xfrm>
        </p:spPr>
        <p:txBody>
          <a:bodyPr/>
          <a:lstStyle/>
          <a:p>
            <a:r>
              <a:rPr lang="en-US" altLang="zh-CN" sz="1800" noProof="1"/>
              <a:t>Introduction </a:t>
            </a:r>
            <a:r>
              <a:rPr lang="en-US" altLang="zh-CN" sz="1800" noProof="1" smtClean="0"/>
              <a:t>to budgeting tools and </a:t>
            </a:r>
            <a:r>
              <a:rPr lang="en-US" altLang="zh-CN" sz="1800" noProof="1"/>
              <a:t>apps.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1893011-B4F2-675B-6ABD-AB8CFD0E5219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809486" y="3544728"/>
            <a:ext cx="434758" cy="385763"/>
          </a:xfrm>
        </p:spPr>
        <p:txBody>
          <a:bodyPr/>
          <a:lstStyle/>
          <a:p>
            <a:r>
              <a:rPr lang="en-GB" sz="2000" b="1" dirty="0"/>
              <a:t>06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233AB34C-AC52-A4BF-66C8-5517AA5B14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373976" y="3860363"/>
            <a:ext cx="3271818" cy="788962"/>
          </a:xfrm>
        </p:spPr>
        <p:txBody>
          <a:bodyPr/>
          <a:lstStyle/>
          <a:p>
            <a:r>
              <a:rPr lang="en-US" altLang="zh-CN" sz="20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USER REQUIREMENTS FOR A MOBILE APPLICATION</a:t>
            </a:r>
          </a:p>
          <a:p>
            <a:endParaRPr lang="en-US" altLang="zh-CN" noProof="1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E119D6F8-1848-56DE-40BE-052E4802C19F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8407160" y="4746045"/>
            <a:ext cx="3205451" cy="644501"/>
          </a:xfrm>
        </p:spPr>
        <p:txBody>
          <a:bodyPr/>
          <a:lstStyle/>
          <a:p>
            <a:r>
              <a:rPr lang="en-US" sz="1800" dirty="0"/>
              <a:t>H</a:t>
            </a:r>
            <a:r>
              <a:rPr lang="en-US" sz="1800" b="0" i="0" u="none" strike="noStrike" baseline="0" dirty="0" smtClean="0"/>
              <a:t>ow </a:t>
            </a:r>
            <a:r>
              <a:rPr lang="en-US" sz="1800" b="0" i="0" u="none" strike="noStrike" baseline="0" dirty="0"/>
              <a:t>to collect and analyze user requirements for a mobile application </a:t>
            </a:r>
          </a:p>
          <a:p>
            <a:pPr algn="l"/>
            <a:endParaRPr lang="en-US" sz="1800" b="0" i="0" u="none" strike="noStrike" baseline="0" dirty="0">
              <a:solidFill>
                <a:srgbClr val="000000"/>
              </a:solidFill>
            </a:endParaRP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C1015FAC-4DE3-0D99-C770-CE1602812224}"/>
              </a:ext>
            </a:extLst>
          </p:cNvPr>
          <p:cNvSpPr txBox="1">
            <a:spLocks/>
          </p:cNvSpPr>
          <p:nvPr/>
        </p:nvSpPr>
        <p:spPr>
          <a:xfrm>
            <a:off x="2708196" y="5308822"/>
            <a:ext cx="434758" cy="385763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 dirty="0"/>
              <a:t>07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D69D7A99-3501-94D7-433A-FCE2A83452D2}"/>
              </a:ext>
            </a:extLst>
          </p:cNvPr>
          <p:cNvSpPr txBox="1">
            <a:spLocks/>
          </p:cNvSpPr>
          <p:nvPr/>
        </p:nvSpPr>
        <p:spPr>
          <a:xfrm>
            <a:off x="3194690" y="5458407"/>
            <a:ext cx="3144084" cy="720588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MOBILE APP DEVELOPMENT COST ESTIMATE</a:t>
            </a:r>
            <a:endParaRPr lang="en-US" sz="20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600" b="1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22B25CFF-42ED-B376-1CE6-0A29B9241FA4}"/>
              </a:ext>
            </a:extLst>
          </p:cNvPr>
          <p:cNvSpPr txBox="1">
            <a:spLocks/>
          </p:cNvSpPr>
          <p:nvPr/>
        </p:nvSpPr>
        <p:spPr>
          <a:xfrm>
            <a:off x="7022880" y="5261241"/>
            <a:ext cx="434758" cy="385763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 dirty="0"/>
              <a:t>08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1250C9C2-B4D7-FBD9-5209-D8BCDBB0F473}"/>
              </a:ext>
            </a:extLst>
          </p:cNvPr>
          <p:cNvSpPr txBox="1">
            <a:spLocks/>
          </p:cNvSpPr>
          <p:nvPr/>
        </p:nvSpPr>
        <p:spPr>
          <a:xfrm>
            <a:off x="7460763" y="5068296"/>
            <a:ext cx="2812863" cy="561003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 baseline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29" name="Content Placeholder 16">
            <a:extLst>
              <a:ext uri="{FF2B5EF4-FFF2-40B4-BE49-F238E27FC236}">
                <a16:creationId xmlns:a16="http://schemas.microsoft.com/office/drawing/2014/main" id="{47DF1D87-D7C8-533D-E65C-A5A3A3D4BEE1}"/>
              </a:ext>
            </a:extLst>
          </p:cNvPr>
          <p:cNvSpPr txBox="1">
            <a:spLocks/>
          </p:cNvSpPr>
          <p:nvPr/>
        </p:nvSpPr>
        <p:spPr>
          <a:xfrm>
            <a:off x="3194690" y="5958528"/>
            <a:ext cx="2812594" cy="7205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noProof="1"/>
              <a:t>How to estimate mobile app development cost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342ABDE-C41E-AD4F-1312-49E150847BD6}"/>
              </a:ext>
            </a:extLst>
          </p:cNvPr>
          <p:cNvSpPr txBox="1"/>
          <p:nvPr/>
        </p:nvSpPr>
        <p:spPr>
          <a:xfrm>
            <a:off x="7391833" y="5678279"/>
            <a:ext cx="28817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General Summary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6576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F3E1E9-91F3-D594-7B6B-7298782A3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6653" y="2558836"/>
            <a:ext cx="6735597" cy="1127793"/>
          </a:xfrm>
        </p:spPr>
        <p:txBody>
          <a:bodyPr bIns="0"/>
          <a:lstStyle/>
          <a:p>
            <a:r>
              <a:rPr lang="en-US" altLang="zh-CN" dirty="0"/>
              <a:t>INTRODUCTION</a:t>
            </a:r>
            <a:endParaRPr lang="zh-CN" alt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DF5C731-0B26-AFBA-1D25-E6AE3BB1DD35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4800" b="1" dirty="0"/>
              <a:t>01</a:t>
            </a:r>
            <a:endParaRPr lang="zh-CN" altLang="en-US" sz="4800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86EB85-4192-7B99-43A7-13B6BF9CEE0A}"/>
              </a:ext>
            </a:extLst>
          </p:cNvPr>
          <p:cNvSpPr txBox="1">
            <a:spLocks/>
          </p:cNvSpPr>
          <p:nvPr/>
        </p:nvSpPr>
        <p:spPr>
          <a:xfrm>
            <a:off x="5012236" y="3686629"/>
            <a:ext cx="6982460" cy="110072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Calibri" panose="020F0502020204030204" pitchFamily="34" charset="0"/>
                <a:ea typeface="SimSun" panose="02010600030101010101" pitchFamily="2" charset="-122"/>
              </a:rPr>
              <a:t>This </a:t>
            </a:r>
            <a:r>
              <a:rPr lang="en-US" sz="2800" dirty="0" smtClean="0">
                <a:latin typeface="Calibri" panose="020F0502020204030204" pitchFamily="34" charset="0"/>
                <a:ea typeface="SimSun" panose="02010600030101010101" pitchFamily="2" charset="-122"/>
              </a:rPr>
              <a:t>presentation </a:t>
            </a:r>
            <a:r>
              <a:rPr lang="en-US" sz="2800" dirty="0">
                <a:latin typeface="Calibri" panose="020F0502020204030204" pitchFamily="34" charset="0"/>
                <a:ea typeface="SimSun" panose="02010600030101010101" pitchFamily="2" charset="-122"/>
              </a:rPr>
              <a:t>explores the different types of mobile apps, their programming languages, frameworks, architectural patterns, and cost estimation practices.</a:t>
            </a:r>
            <a:endParaRPr lang="en-US" sz="2800" dirty="0">
              <a:latin typeface="Times New Roman" panose="02020603050405020304" pitchFamily="18" charset="0"/>
              <a:ea typeface="SimSun" panose="02010600030101010101" pitchFamily="2" charset="-122"/>
            </a:endParaRPr>
          </a:p>
          <a:p>
            <a:endParaRPr lang="en-US" altLang="zh-CN" dirty="0"/>
          </a:p>
        </p:txBody>
      </p:sp>
      <p:pic>
        <p:nvPicPr>
          <p:cNvPr id="8" name="Picture Placeholder 7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1040765" y="1305877"/>
            <a:ext cx="3230562" cy="454183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166084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7B16F-932C-9603-7D17-0B6C13E55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101" y="515778"/>
            <a:ext cx="9733300" cy="1142367"/>
          </a:xfrm>
        </p:spPr>
        <p:txBody>
          <a:bodyPr/>
          <a:lstStyle/>
          <a:p>
            <a:r>
              <a:rPr lang="en-US" altLang="zh-CN" sz="3600" b="1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TYPES OF MOBILE APPLICATION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545257-1E31-1C21-84F9-F299E80C76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3200" dirty="0"/>
              <a:t>Native Applications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3CD7D7-CF46-569F-FBAE-20559860A1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15980" y="3614098"/>
            <a:ext cx="2970895" cy="918497"/>
          </a:xfrm>
        </p:spPr>
        <p:txBody>
          <a:bodyPr/>
          <a:lstStyle/>
          <a:p>
            <a:r>
              <a:rPr lang="en-US" sz="2400" dirty="0">
                <a:ea typeface="DengXian" panose="02010600030101010101" pitchFamily="2" charset="-122"/>
              </a:rPr>
              <a:t>They are d</a:t>
            </a:r>
            <a:r>
              <a:rPr lang="en-US" sz="2400" dirty="0">
                <a:effectLst/>
                <a:ea typeface="DengXian" panose="02010600030101010101" pitchFamily="2" charset="-122"/>
              </a:rPr>
              <a:t>esigned for a particular operating system, such as Android, iOS, or Windows.</a:t>
            </a:r>
            <a:endParaRPr lang="en-US" altLang="zh-CN" sz="24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E611B3-B764-AE72-BA59-58BB24B00CC5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en-US" altLang="zh-CN" sz="3200" dirty="0"/>
              <a:t>Progressive Web Applications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69555F4-2F9B-FD12-7F0B-B94D8062E77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02105" y="3531692"/>
            <a:ext cx="4585735" cy="918497"/>
          </a:xfrm>
        </p:spPr>
        <p:txBody>
          <a:bodyPr/>
          <a:lstStyle/>
          <a:p>
            <a:r>
              <a:rPr lang="en-US" sz="2400" dirty="0">
                <a:effectLst/>
                <a:ea typeface="DengXian" panose="02010600030101010101" pitchFamily="2" charset="-122"/>
              </a:rPr>
              <a:t>Progressive Web Applications (PWAs) are web applications that provide a native-like experience through web technologies</a:t>
            </a:r>
            <a:endParaRPr lang="en-US" altLang="zh-CN" sz="24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570D9AB-0EFF-84ED-F638-2293B2A17CF8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1015981" y="5713602"/>
            <a:ext cx="2970894" cy="320850"/>
          </a:xfrm>
        </p:spPr>
        <p:txBody>
          <a:bodyPr/>
          <a:lstStyle/>
          <a:p>
            <a:r>
              <a:rPr lang="en-US" altLang="zh-CN" sz="3200" dirty="0"/>
              <a:t>Hybrid </a:t>
            </a:r>
            <a:r>
              <a:rPr lang="en-US" altLang="zh-CN" sz="3200" dirty="0" smtClean="0"/>
              <a:t>Applications:</a:t>
            </a:r>
            <a:endParaRPr lang="en-US" altLang="zh-CN" sz="32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FD4B8CF-B5B4-C5FC-01CB-054C517CFDC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802105" y="5346659"/>
            <a:ext cx="2970895" cy="918497"/>
          </a:xfrm>
        </p:spPr>
        <p:txBody>
          <a:bodyPr/>
          <a:lstStyle/>
          <a:p>
            <a:r>
              <a:rPr lang="en-US" sz="2400" dirty="0">
                <a:effectLst/>
                <a:ea typeface="DengXian" panose="02010600030101010101" pitchFamily="2" charset="-122"/>
              </a:rPr>
              <a:t>Hybrid applications combine elements of both native and web apps. </a:t>
            </a:r>
            <a:r>
              <a:rPr lang="en-US" altLang="zh-CN" sz="2400" dirty="0"/>
              <a:t>.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0E67EE-BC68-3E73-19C3-C677814DFFC2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415691" y="1103675"/>
            <a:ext cx="831916" cy="597807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kern="1200" cap="none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9900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53C2A2E-0921-C845-CABE-82CF27879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6902" y="467359"/>
            <a:ext cx="9900753" cy="1358269"/>
          </a:xfrm>
        </p:spPr>
        <p:txBody>
          <a:bodyPr>
            <a:normAutofit/>
          </a:bodyPr>
          <a:lstStyle/>
          <a:p>
            <a:r>
              <a:rPr lang="en-US" altLang="zh-CN" sz="3200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 of Mobile App </a:t>
            </a:r>
            <a:r>
              <a:rPr lang="en-US" altLang="zh-CN" sz="3200" noProof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</a:t>
            </a:r>
            <a:endParaRPr lang="en-US" altLang="zh-CN" sz="3200" b="1" noProof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C97D2CCE-D945-64DA-3F4D-C2FEDD7D998B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235938803"/>
              </p:ext>
            </p:extLst>
          </p:nvPr>
        </p:nvGraphicFramePr>
        <p:xfrm>
          <a:off x="993775" y="2075180"/>
          <a:ext cx="9899648" cy="31089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549525">
                  <a:extLst>
                    <a:ext uri="{9D8B030D-6E8A-4147-A177-3AD203B41FA5}">
                      <a16:colId xmlns:a16="http://schemas.microsoft.com/office/drawing/2014/main" val="1498662294"/>
                    </a:ext>
                  </a:extLst>
                </a:gridCol>
                <a:gridCol w="2400299">
                  <a:extLst>
                    <a:ext uri="{9D8B030D-6E8A-4147-A177-3AD203B41FA5}">
                      <a16:colId xmlns:a16="http://schemas.microsoft.com/office/drawing/2014/main" val="454139934"/>
                    </a:ext>
                  </a:extLst>
                </a:gridCol>
                <a:gridCol w="2474912">
                  <a:extLst>
                    <a:ext uri="{9D8B030D-6E8A-4147-A177-3AD203B41FA5}">
                      <a16:colId xmlns:a16="http://schemas.microsoft.com/office/drawing/2014/main" val="953266419"/>
                    </a:ext>
                  </a:extLst>
                </a:gridCol>
                <a:gridCol w="2474912">
                  <a:extLst>
                    <a:ext uri="{9D8B030D-6E8A-4147-A177-3AD203B41FA5}">
                      <a16:colId xmlns:a16="http://schemas.microsoft.com/office/drawing/2014/main" val="14197917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kern="1200" dirty="0">
                          <a:effectLst/>
                        </a:rPr>
                        <a:t>Features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Native Apps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Progressive Web Apps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Hybrid Apps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6022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just">
                        <a:buNone/>
                      </a:pPr>
                      <a:r>
                        <a:rPr lang="en-US" sz="2000" dirty="0">
                          <a:effectLst/>
                        </a:rPr>
                        <a:t>Performance</a:t>
                      </a:r>
                      <a:endParaRPr lang="en-US" sz="2000" dirty="0">
                        <a:effectLst/>
                        <a:latin typeface="+mn-lt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Medium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5789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effectLst/>
                        </a:rPr>
                        <a:t>Cost and Time to market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Medium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145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effectLst/>
                        </a:rPr>
                        <a:t>Device Integration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Full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Partial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7100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User Experience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Excellent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Good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9379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effectLst/>
                        </a:rPr>
                        <a:t>User Experience(UX)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Expensive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kern="1200" dirty="0">
                          <a:effectLst/>
                        </a:rPr>
                        <a:t>Medium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18992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1404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51FBC-C8AD-43A3-BEBA-C7E012582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5F9B5-7577-9C00-9013-E02439FC1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3180" y="749493"/>
            <a:ext cx="8510403" cy="1142367"/>
          </a:xfrm>
        </p:spPr>
        <p:txBody>
          <a:bodyPr/>
          <a:lstStyle/>
          <a:p>
            <a:r>
              <a:rPr lang="en-US" sz="36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MOBILE APPLICATION PROGRAMMING </a:t>
            </a:r>
            <a:r>
              <a:rPr lang="en-US" sz="3600" b="1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LANGUAGES  1/2</a:t>
            </a:r>
            <a:endParaRPr lang="en-US" altLang="zh-CN" noProof="1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C63A69-45B0-0984-EB9D-D45E1ABCF3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20" y="1976385"/>
            <a:ext cx="5496580" cy="85790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latin typeface="+mn-lt"/>
              </a:rPr>
              <a:t>Java: </a:t>
            </a:r>
            <a:r>
              <a:rPr lang="en-US" altLang="zh-CN" sz="2000" b="0" dirty="0" smtClean="0">
                <a:latin typeface="+mn-lt"/>
              </a:rPr>
              <a:t>I</a:t>
            </a:r>
            <a:r>
              <a:rPr lang="en-GB" sz="2000" b="0" dirty="0" err="1" smtClean="0"/>
              <a:t>ts</a:t>
            </a:r>
            <a:r>
              <a:rPr lang="en-GB" sz="2000" b="0" dirty="0" smtClean="0"/>
              <a:t> </a:t>
            </a:r>
            <a:r>
              <a:rPr lang="en-GB" sz="2000" b="0" dirty="0"/>
              <a:t>robustness and performance make it a popular choice among developers</a:t>
            </a:r>
            <a:r>
              <a:rPr lang="en-GB" sz="2000" b="0" dirty="0" smtClean="0"/>
              <a:t>. </a:t>
            </a:r>
            <a:r>
              <a:rPr lang="en-GB" sz="2000" b="0" dirty="0"/>
              <a:t>Widely used for building native Android applications.</a:t>
            </a:r>
            <a:endParaRPr lang="en-US" altLang="zh-CN" sz="2000" b="0" dirty="0">
              <a:latin typeface="+mn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41061D-EA3F-107B-C070-9F12F65FF7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05820" y="3109189"/>
            <a:ext cx="5943619" cy="771962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1" dirty="0" err="1" smtClean="0"/>
              <a:t>Kotlin</a:t>
            </a:r>
            <a:r>
              <a:rPr lang="en-US" altLang="zh-CN" sz="2000" b="1" dirty="0" smtClean="0"/>
              <a:t>: </a:t>
            </a:r>
            <a:r>
              <a:rPr lang="en-GB" sz="2000" dirty="0"/>
              <a:t>It offers a more concise syntax and enhanced safety features compared to Java, thanks to its type inference capabilities.</a:t>
            </a:r>
            <a:endParaRPr lang="en-US" altLang="zh-CN" sz="2000" dirty="0"/>
          </a:p>
          <a:p>
            <a:endParaRPr lang="zh-CN" altLang="en-US" dirty="0"/>
          </a:p>
        </p:txBody>
      </p:sp>
      <p:pic>
        <p:nvPicPr>
          <p:cNvPr id="8" name="Picture Placeholder 9">
            <a:extLst>
              <a:ext uri="{FF2B5EF4-FFF2-40B4-BE49-F238E27FC236}">
                <a16:creationId xmlns:a16="http://schemas.microsoft.com/office/drawing/2014/main" id="{66FE44B5-1389-67AF-0C54-CCB1B56B1D15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51039" y="2402262"/>
            <a:ext cx="5136229" cy="3510858"/>
          </a:xfrm>
        </p:spPr>
      </p:pic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1F14B6F-A8DA-31A7-D8A2-0E3768FC9DF2}"/>
              </a:ext>
            </a:extLst>
          </p:cNvPr>
          <p:cNvSpPr txBox="1">
            <a:spLocks/>
          </p:cNvSpPr>
          <p:nvPr/>
        </p:nvSpPr>
        <p:spPr>
          <a:xfrm>
            <a:off x="1005820" y="3828166"/>
            <a:ext cx="5842019" cy="45401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3" indent="-28575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2000" b="1" dirty="0" smtClean="0"/>
              <a:t>Objective C: </a:t>
            </a:r>
            <a:r>
              <a:rPr lang="en-GB" sz="2000" dirty="0"/>
              <a:t>It combines high-level programming concepts with a Smalltalk-like syntax rooted in 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 dirty="0"/>
          </a:p>
          <a:p>
            <a:endParaRPr lang="zh-CN" alt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C8604BD-C535-800C-D453-F19E9CAD5B7B}"/>
              </a:ext>
            </a:extLst>
          </p:cNvPr>
          <p:cNvSpPr txBox="1">
            <a:spLocks/>
          </p:cNvSpPr>
          <p:nvPr/>
        </p:nvSpPr>
        <p:spPr>
          <a:xfrm>
            <a:off x="1005818" y="5335021"/>
            <a:ext cx="5740419" cy="549805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kern="1200" cap="none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3" indent="-28575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2000" dirty="0" smtClean="0"/>
              <a:t>Swift: </a:t>
            </a:r>
            <a:r>
              <a:rPr lang="en-GB" altLang="zh-CN" sz="2000" b="0" dirty="0"/>
              <a:t>I</a:t>
            </a:r>
            <a:r>
              <a:rPr lang="en-GB" sz="2000" b="0" dirty="0" smtClean="0"/>
              <a:t>t </a:t>
            </a:r>
            <a:r>
              <a:rPr lang="en-GB" sz="2000" b="0" dirty="0"/>
              <a:t>offers conciseness, safety, and high performance, making it a favourite among iOS developers</a:t>
            </a:r>
            <a:r>
              <a:rPr lang="en-GB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b="0" dirty="0">
              <a:latin typeface="+mn-lt"/>
            </a:endParaRP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3BD67E2-38DC-BD22-4819-8443193E4779}"/>
              </a:ext>
            </a:extLst>
          </p:cNvPr>
          <p:cNvSpPr txBox="1">
            <a:spLocks/>
          </p:cNvSpPr>
          <p:nvPr/>
        </p:nvSpPr>
        <p:spPr>
          <a:xfrm>
            <a:off x="1005818" y="5637757"/>
            <a:ext cx="5842019" cy="550725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kern="1200" cap="none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 err="1" smtClean="0">
                <a:latin typeface="+mn-lt"/>
              </a:rPr>
              <a:t>Javascript</a:t>
            </a:r>
            <a:r>
              <a:rPr lang="en-US" altLang="zh-CN" sz="2000" dirty="0" smtClean="0">
                <a:latin typeface="+mn-lt"/>
              </a:rPr>
              <a:t>(with React Native): </a:t>
            </a:r>
            <a:r>
              <a:rPr lang="en-GB" sz="2000" b="0" dirty="0"/>
              <a:t>Ideal for projects where code reuse and fast iteration are priorities.</a:t>
            </a:r>
            <a:endParaRPr lang="en-US" altLang="zh-CN" sz="2000" b="0" dirty="0"/>
          </a:p>
        </p:txBody>
      </p:sp>
      <p:sp>
        <p:nvSpPr>
          <p:cNvPr id="19" name="Text Placeholder 1">
            <a:extLst>
              <a:ext uri="{FF2B5EF4-FFF2-40B4-BE49-F238E27FC236}">
                <a16:creationId xmlns:a16="http://schemas.microsoft.com/office/drawing/2014/main" id="{71CF9445-66C3-B1F9-131B-59BA46245A6E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415691" y="1103675"/>
            <a:ext cx="831916" cy="597807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kern="1200" cap="none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endParaRPr lang="zh-CN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79781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0182" y="855464"/>
            <a:ext cx="8510403" cy="1142367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MOBILE APPLICATION PROGRAMMING </a:t>
            </a:r>
            <a:r>
              <a:rPr lang="en-US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</a:rPr>
              <a:t>LANGUAGES  2/2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7420" y="2890964"/>
            <a:ext cx="5553262" cy="596586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 err="1" smtClean="0"/>
              <a:t>Dart</a:t>
            </a:r>
            <a:r>
              <a:rPr lang="fr-FR" sz="2000" dirty="0" smtClean="0"/>
              <a:t>(</a:t>
            </a:r>
            <a:r>
              <a:rPr lang="fr-FR" sz="2000" dirty="0" err="1" smtClean="0"/>
              <a:t>with</a:t>
            </a:r>
            <a:r>
              <a:rPr lang="fr-FR" sz="2000" dirty="0" smtClean="0"/>
              <a:t> Flutter): </a:t>
            </a:r>
            <a:r>
              <a:rPr lang="en-GB" sz="2000" b="0" dirty="0"/>
              <a:t>It enables developers to create visually stunning and performant apps using a single codebase</a:t>
            </a:r>
            <a:r>
              <a:rPr lang="en-GB" sz="2000" b="0" dirty="0" smtClean="0"/>
              <a:t>. </a:t>
            </a:r>
            <a:r>
              <a:rPr lang="en-GB" sz="2000" b="0" dirty="0"/>
              <a:t>Suitable for projects that require a high level of customization and smooth UI/UX.</a:t>
            </a:r>
            <a:endParaRPr lang="en-GB" sz="2800" b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107420" y="3360300"/>
            <a:ext cx="5553262" cy="918497"/>
          </a:xfrm>
        </p:spPr>
        <p:txBody>
          <a:bodyPr/>
          <a:lstStyle/>
          <a:p>
            <a:pPr marL="285750" lvl="3" indent="-285750">
              <a:buFont typeface="Arial" panose="020B0604020202020204" pitchFamily="34" charset="0"/>
              <a:buChar char="•"/>
            </a:pPr>
            <a:r>
              <a:rPr lang="fr-FR" sz="2000" b="1" dirty="0" smtClean="0"/>
              <a:t>C#(</a:t>
            </a:r>
            <a:r>
              <a:rPr lang="fr-FR" sz="2000" b="1" dirty="0" err="1" smtClean="0"/>
              <a:t>Xamarin</a:t>
            </a:r>
            <a:r>
              <a:rPr lang="fr-FR" sz="2000" b="1" dirty="0" smtClean="0"/>
              <a:t>): </a:t>
            </a:r>
            <a:r>
              <a:rPr lang="en-GB" sz="2000" dirty="0"/>
              <a:t>It is used with Microsoft's </a:t>
            </a:r>
            <a:r>
              <a:rPr lang="en-GB" sz="2000" dirty="0" err="1"/>
              <a:t>Xamarin</a:t>
            </a:r>
            <a:r>
              <a:rPr lang="en-GB" sz="2000" dirty="0"/>
              <a:t> framework</a:t>
            </a:r>
            <a:r>
              <a:rPr lang="en-GB" sz="2000" dirty="0" smtClean="0"/>
              <a:t>.</a:t>
            </a:r>
            <a:endParaRPr lang="en-GB" sz="20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8"/>
          </p:nvPr>
        </p:nvSpPr>
        <p:spPr>
          <a:xfrm>
            <a:off x="1107420" y="4273218"/>
            <a:ext cx="5745766" cy="77246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dirty="0" smtClean="0"/>
              <a:t>C++: </a:t>
            </a:r>
            <a:r>
              <a:rPr lang="en-GB" sz="2000" b="0" dirty="0" smtClean="0"/>
              <a:t>It </a:t>
            </a:r>
            <a:r>
              <a:rPr lang="en-GB" sz="2000" b="0" dirty="0"/>
              <a:t>is often used for performance-critical applications where speed is paramount</a:t>
            </a:r>
            <a:r>
              <a:rPr lang="en-GB" sz="2000" b="0" dirty="0" smtClean="0"/>
              <a:t>. </a:t>
            </a:r>
            <a:r>
              <a:rPr lang="en-GB" sz="2000" b="0" dirty="0"/>
              <a:t>Commonly employed in gaming and graphics-intensive apps.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9"/>
          </p:nvPr>
        </p:nvSpPr>
        <p:spPr>
          <a:xfrm>
            <a:off x="1107420" y="5163779"/>
            <a:ext cx="5745766" cy="918497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2000" b="1" dirty="0" smtClean="0"/>
              <a:t>HTML5/CSS3/</a:t>
            </a:r>
            <a:r>
              <a:rPr lang="fr-FR" sz="2000" b="1" dirty="0" err="1" smtClean="0"/>
              <a:t>Javascript</a:t>
            </a:r>
            <a:r>
              <a:rPr lang="fr-FR" sz="2000" b="1" dirty="0" smtClean="0"/>
              <a:t>: </a:t>
            </a:r>
            <a:r>
              <a:rPr lang="en-GB" sz="2000" dirty="0"/>
              <a:t>T</a:t>
            </a:r>
            <a:r>
              <a:rPr lang="en-GB" sz="2000" dirty="0" smtClean="0"/>
              <a:t>his </a:t>
            </a:r>
            <a:r>
              <a:rPr lang="en-GB" sz="2000" dirty="0"/>
              <a:t>trio allows you to build hybrid apps that run within a web view</a:t>
            </a:r>
            <a:r>
              <a:rPr lang="en-GB" sz="2000" dirty="0" smtClean="0"/>
              <a:t>. Ideal </a:t>
            </a:r>
            <a:r>
              <a:rPr lang="en-GB" sz="2000" dirty="0"/>
              <a:t>for projects with limited resources or tight budgets.</a:t>
            </a:r>
            <a:endParaRPr lang="en-GB" sz="3200" dirty="0"/>
          </a:p>
        </p:txBody>
      </p:sp>
      <p:pic>
        <p:nvPicPr>
          <p:cNvPr id="8" name="Picture Placeholder 7"/>
          <p:cNvPicPr>
            <a:picLocks noGrp="1" noChangeAspect="1"/>
          </p:cNvPicPr>
          <p:nvPr>
            <p:ph type="pic" sz="quarter" idx="20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53187" y="2623832"/>
            <a:ext cx="5338812" cy="3458444"/>
          </a:xfrm>
        </p:spPr>
      </p:pic>
    </p:spTree>
    <p:extLst>
      <p:ext uri="{BB962C8B-B14F-4D97-AF65-F5344CB8AC3E}">
        <p14:creationId xmlns:p14="http://schemas.microsoft.com/office/powerpoint/2010/main" val="2053468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72FE89-65A5-F314-4B7A-F87545868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043" y="-418011"/>
            <a:ext cx="9365801" cy="2656114"/>
          </a:xfrm>
        </p:spPr>
        <p:txBody>
          <a:bodyPr/>
          <a:lstStyle/>
          <a:p>
            <a:r>
              <a:rPr lang="en-US" sz="40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MOBILE APPLICATION DEVELOPMENT FRAMEWORKS</a:t>
            </a:r>
            <a:endParaRPr lang="en-US" sz="4000" noProof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441A72C-4CD4-1B85-2F2C-9519DFBA48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8085" y="2825357"/>
            <a:ext cx="4336677" cy="504371"/>
          </a:xfrm>
        </p:spPr>
        <p:txBody>
          <a:bodyPr/>
          <a:lstStyle/>
          <a:p>
            <a:r>
              <a:rPr lang="en-US" altLang="zh-CN" sz="2000" b="1" dirty="0"/>
              <a:t>React </a:t>
            </a:r>
            <a:r>
              <a:rPr lang="en-US" altLang="zh-CN" sz="2000" b="1" dirty="0" smtClean="0"/>
              <a:t>Native:  </a:t>
            </a:r>
            <a:r>
              <a:rPr lang="en-GB" sz="2000" dirty="0" smtClean="0"/>
              <a:t>Allows </a:t>
            </a:r>
            <a:r>
              <a:rPr lang="en-GB" sz="2000" dirty="0"/>
              <a:t>developers to build cross-platform apps using a single codebase while still achieving a near-native look and feel. </a:t>
            </a:r>
            <a:r>
              <a:rPr lang="en-GB" sz="2000" dirty="0" smtClean="0"/>
              <a:t>Developed by Meta</a:t>
            </a:r>
            <a:endParaRPr lang="en-US" altLang="zh-CN" sz="20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2F50D-8B75-848C-0EBE-DEF97767FE8D}"/>
              </a:ext>
            </a:extLst>
          </p:cNvPr>
          <p:cNvSpPr txBox="1">
            <a:spLocks/>
          </p:cNvSpPr>
          <p:nvPr/>
        </p:nvSpPr>
        <p:spPr>
          <a:xfrm>
            <a:off x="678084" y="3723152"/>
            <a:ext cx="4336677" cy="50437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 smtClean="0"/>
              <a:t>Flutter: </a:t>
            </a:r>
            <a:r>
              <a:rPr lang="en-GB" sz="2000" dirty="0" smtClean="0"/>
              <a:t>It </a:t>
            </a:r>
            <a:r>
              <a:rPr lang="en-GB" sz="2000" dirty="0"/>
              <a:t>is known for fast performance and visually attractive user </a:t>
            </a:r>
            <a:r>
              <a:rPr lang="en-GB" sz="2000" dirty="0" smtClean="0"/>
              <a:t>interfaces.</a:t>
            </a:r>
            <a:endParaRPr lang="en-US" altLang="zh-CN" sz="2000" dirty="0"/>
          </a:p>
          <a:p>
            <a:endParaRPr lang="en-US" altLang="zh-CN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9B83A5C-8FA8-268B-18D1-D7DF243D7105}"/>
              </a:ext>
            </a:extLst>
          </p:cNvPr>
          <p:cNvSpPr txBox="1">
            <a:spLocks/>
          </p:cNvSpPr>
          <p:nvPr/>
        </p:nvSpPr>
        <p:spPr>
          <a:xfrm>
            <a:off x="678085" y="4404964"/>
            <a:ext cx="4173048" cy="50437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 err="1" smtClean="0"/>
              <a:t>Xamarin</a:t>
            </a:r>
            <a:r>
              <a:rPr lang="en-US" altLang="zh-CN" sz="2000" b="1" dirty="0" smtClean="0"/>
              <a:t>: </a:t>
            </a:r>
            <a:r>
              <a:rPr lang="en-GB" sz="2000" dirty="0" smtClean="0"/>
              <a:t>It </a:t>
            </a:r>
            <a:r>
              <a:rPr lang="en-GB" sz="2000" dirty="0"/>
              <a:t>allows code sharing across platforms and provides strong </a:t>
            </a:r>
            <a:r>
              <a:rPr lang="en-GB" sz="2000" dirty="0" smtClean="0"/>
              <a:t>backend</a:t>
            </a:r>
            <a:endParaRPr lang="en-US" altLang="zh-CN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90B4ACFB-20F3-B3F4-3EC1-420842352D1E}"/>
              </a:ext>
            </a:extLst>
          </p:cNvPr>
          <p:cNvSpPr txBox="1">
            <a:spLocks/>
          </p:cNvSpPr>
          <p:nvPr/>
        </p:nvSpPr>
        <p:spPr>
          <a:xfrm>
            <a:off x="678085" y="5070385"/>
            <a:ext cx="4173048" cy="50437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 smtClean="0"/>
              <a:t>Ionic: </a:t>
            </a:r>
            <a:r>
              <a:rPr lang="en-GB" sz="2000" dirty="0"/>
              <a:t>It is easy for web developers to learn and is great for building lightweight apps quickly.</a:t>
            </a:r>
            <a:endParaRPr lang="en-US" altLang="zh-CN" sz="2000" dirty="0"/>
          </a:p>
          <a:p>
            <a:endParaRPr lang="en-US" altLang="zh-CN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AB6B696-F933-EEB2-F528-C92B8E247EE6}"/>
              </a:ext>
            </a:extLst>
          </p:cNvPr>
          <p:cNvSpPr txBox="1">
            <a:spLocks/>
          </p:cNvSpPr>
          <p:nvPr/>
        </p:nvSpPr>
        <p:spPr>
          <a:xfrm>
            <a:off x="678085" y="6026370"/>
            <a:ext cx="3537780" cy="50437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 dirty="0"/>
              <a:t>Adobe Phone </a:t>
            </a:r>
            <a:r>
              <a:rPr lang="en-GB" sz="2000" b="1" dirty="0" smtClean="0"/>
              <a:t>Gap: </a:t>
            </a:r>
            <a:r>
              <a:rPr lang="en-GB" sz="2000" dirty="0"/>
              <a:t>It wraps web apps into mobile apps. </a:t>
            </a:r>
            <a:endParaRPr lang="en-US" altLang="zh-CN" sz="2000" dirty="0"/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54E60390-98C7-1FC5-965C-BAD1BF8EB7FF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262127" y="1605827"/>
            <a:ext cx="831916" cy="504371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kern="1200" cap="none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endParaRPr lang="zh-CN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B20363E-FF80-B5C9-2DA5-7E6DB0B3AD2A}"/>
              </a:ext>
            </a:extLst>
          </p:cNvPr>
          <p:cNvSpPr txBox="1">
            <a:spLocks/>
          </p:cNvSpPr>
          <p:nvPr/>
        </p:nvSpPr>
        <p:spPr>
          <a:xfrm>
            <a:off x="5138515" y="2395731"/>
            <a:ext cx="5199017" cy="50437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 err="1" smtClean="0"/>
              <a:t>NativeScript</a:t>
            </a:r>
            <a:r>
              <a:rPr lang="en-US" altLang="zh-CN" sz="2000" b="1" dirty="0" smtClean="0"/>
              <a:t>:</a:t>
            </a:r>
            <a:r>
              <a:rPr lang="en-GB" sz="2000" b="1" dirty="0" smtClean="0"/>
              <a:t> </a:t>
            </a:r>
            <a:r>
              <a:rPr lang="en-GB" sz="2000" dirty="0"/>
              <a:t>It allows developers to build truly native apps using JavaScript while accessing device features directly</a:t>
            </a:r>
            <a:endParaRPr lang="en-US" altLang="zh-CN" sz="2000" dirty="0"/>
          </a:p>
          <a:p>
            <a:endParaRPr lang="en-US" altLang="zh-CN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871F1E4B-5B07-7CDE-9867-C606F5886994}"/>
              </a:ext>
            </a:extLst>
          </p:cNvPr>
          <p:cNvSpPr txBox="1">
            <a:spLocks/>
          </p:cNvSpPr>
          <p:nvPr/>
        </p:nvSpPr>
        <p:spPr>
          <a:xfrm>
            <a:off x="5138515" y="3354780"/>
            <a:ext cx="3632658" cy="50437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 dirty="0"/>
              <a:t>Mobile Angular </a:t>
            </a:r>
            <a:r>
              <a:rPr lang="en-GB" sz="2000" b="1" dirty="0" smtClean="0"/>
              <a:t>UI: </a:t>
            </a:r>
            <a:r>
              <a:rPr lang="en-GB" sz="2000" dirty="0"/>
              <a:t>Low cost, Quick </a:t>
            </a:r>
            <a:r>
              <a:rPr lang="en-GB" sz="2000" dirty="0" smtClean="0"/>
              <a:t>development and moderate performance.</a:t>
            </a:r>
            <a:endParaRPr lang="en-US" altLang="zh-CN" sz="2000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E8082273-6704-A6A0-CE05-B3ECE631FF76}"/>
              </a:ext>
            </a:extLst>
          </p:cNvPr>
          <p:cNvSpPr txBox="1">
            <a:spLocks/>
          </p:cNvSpPr>
          <p:nvPr/>
        </p:nvSpPr>
        <p:spPr>
          <a:xfrm>
            <a:off x="5138515" y="4314280"/>
            <a:ext cx="5062888" cy="50437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 dirty="0"/>
              <a:t>Android SDK (Native Framework</a:t>
            </a:r>
            <a:r>
              <a:rPr lang="en-GB" sz="2000" b="1" dirty="0" smtClean="0"/>
              <a:t>): </a:t>
            </a:r>
            <a:r>
              <a:rPr lang="en-GB" sz="2000" dirty="0"/>
              <a:t>Gives full control over Android devices and ensures optimal performance.</a:t>
            </a:r>
            <a:endParaRPr lang="en-US" altLang="zh-CN" sz="2000" dirty="0"/>
          </a:p>
        </p:txBody>
      </p:sp>
      <p:sp>
        <p:nvSpPr>
          <p:cNvPr id="12" name="TextBox 11"/>
          <p:cNvSpPr txBox="1"/>
          <p:nvPr/>
        </p:nvSpPr>
        <p:spPr>
          <a:xfrm rot="10800000" flipV="1">
            <a:off x="5040610" y="5322570"/>
            <a:ext cx="1472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Intel XDK</a:t>
            </a:r>
            <a:endParaRPr lang="en-GB" dirty="0"/>
          </a:p>
        </p:txBody>
      </p:sp>
      <p:sp>
        <p:nvSpPr>
          <p:cNvPr id="13" name="TextBox 12"/>
          <p:cNvSpPr txBox="1"/>
          <p:nvPr/>
        </p:nvSpPr>
        <p:spPr>
          <a:xfrm>
            <a:off x="5040609" y="5822855"/>
            <a:ext cx="35764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Corona </a:t>
            </a:r>
            <a:r>
              <a:rPr lang="en-GB" sz="2000" b="1" dirty="0" smtClean="0"/>
              <a:t>SDK: </a:t>
            </a:r>
            <a:r>
              <a:rPr lang="en-GB" sz="2000" dirty="0" smtClean="0"/>
              <a:t>2D games</a:t>
            </a:r>
            <a:r>
              <a:rPr lang="en-GB" sz="2000" dirty="0"/>
              <a:t>, </a:t>
            </a:r>
            <a:r>
              <a:rPr lang="en-GB" sz="2000" dirty="0" smtClean="0"/>
              <a:t>interactive </a:t>
            </a:r>
            <a:r>
              <a:rPr lang="en-GB" sz="2000" dirty="0"/>
              <a:t>apps</a:t>
            </a:r>
          </a:p>
        </p:txBody>
      </p:sp>
    </p:spTree>
    <p:extLst>
      <p:ext uri="{BB962C8B-B14F-4D97-AF65-F5344CB8AC3E}">
        <p14:creationId xmlns:p14="http://schemas.microsoft.com/office/powerpoint/2010/main" val="32130942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89F25-BC8F-EEAF-D436-1BC76C011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4215B32-B849-4964-BA27-3ED4A2CC1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2686" y="1232535"/>
            <a:ext cx="9187543" cy="2046574"/>
          </a:xfrm>
        </p:spPr>
        <p:txBody>
          <a:bodyPr/>
          <a:lstStyle/>
          <a:p>
            <a:pPr marL="0" indent="0" algn="l" rtl="0" eaLnBrk="1" latinLnBrk="0" hangingPunct="1"/>
            <a:r>
              <a:rPr lang="en-US" sz="3600" b="1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MOBILE APPLICATION ARCHITACTURES AND DESIGN PATTERNS</a:t>
            </a:r>
            <a:endParaRPr lang="en-US" sz="8800" dirty="0">
              <a:effectLst/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2B17F2D-5BA5-84C4-7562-1D3CB71E9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37183" y="3357510"/>
            <a:ext cx="7408182" cy="2350271"/>
          </a:xfrm>
        </p:spPr>
        <p:txBody>
          <a:bodyPr>
            <a:normAutofit/>
          </a:bodyPr>
          <a:lstStyle/>
          <a:p>
            <a:pPr marL="0" marR="0" algn="just"/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Mobile apps are built on solid architectural foundations and follow specific design patterns to ensure they are maintainable, scalable, and user-friendly. Here’s a breakdown of the key ideas: </a:t>
            </a:r>
            <a:endParaRPr lang="en-US" sz="28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lvl="0"/>
            <a:endParaRPr lang="en-US" altLang="zh-CN" dirty="0"/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D485C38F-3363-CE0A-4B2B-C8DD4CD15584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3551398" y="1649850"/>
            <a:ext cx="831916" cy="504371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kern="1200" cap="none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  <a:endParaRPr lang="zh-CN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14369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440AA-C247-9B0E-0138-59D98C512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Architectural Styles</a:t>
            </a:r>
            <a:endParaRPr lang="en-GB" dirty="0"/>
          </a:p>
        </p:txBody>
      </p:sp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2749F70A-F00D-4554-0BDF-A3FC78FD7DF1}"/>
              </a:ext>
            </a:extLst>
          </p:cNvPr>
          <p:cNvPicPr>
            <a:picLocks noGrp="1" noChangeAspect="1"/>
          </p:cNvPicPr>
          <p:nvPr>
            <p:ph type="pic" sz="quarter" idx="20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8405" y="1621982"/>
            <a:ext cx="1682734" cy="2222795"/>
          </a:xfr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8709000-FBCC-10CF-488D-A883106F88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2930247" y="1651997"/>
            <a:ext cx="3326173" cy="609600"/>
          </a:xfrm>
        </p:spPr>
        <p:txBody>
          <a:bodyPr/>
          <a:lstStyle/>
          <a:p>
            <a:r>
              <a:rPr lang="en-US" sz="2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-Bold"/>
              </a:rPr>
              <a:t>Layered Architecture</a:t>
            </a:r>
            <a:endParaRPr lang="zh-CN" altLang="en-US" sz="28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D2CADB4-4B00-BEB9-96CA-9F9A9DB666D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927384" y="2396123"/>
            <a:ext cx="3030653" cy="789658"/>
          </a:xfrm>
        </p:spPr>
        <p:txBody>
          <a:bodyPr/>
          <a:lstStyle/>
          <a:p>
            <a:r>
              <a:rPr lang="en-US" sz="2000" dirty="0">
                <a:solidFill>
                  <a:srgbClr val="000000"/>
                </a:solidFill>
                <a:effectLst/>
                <a:ea typeface="SimSun" panose="02010600030101010101" pitchFamily="2" charset="-122"/>
              </a:rPr>
              <a:t>This classic approach splits an app into distinct layers</a:t>
            </a:r>
            <a:endParaRPr lang="en-US" sz="2000" dirty="0"/>
          </a:p>
        </p:txBody>
      </p:sp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3A050BF4-3592-FBC0-1C00-770F1E3E3F92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94819" y="1615885"/>
            <a:ext cx="1382146" cy="1825736"/>
          </a:xfr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8909374-0A1B-E9AF-A62D-645BECB712E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876965" y="1505126"/>
            <a:ext cx="4144989" cy="609600"/>
          </a:xfrm>
        </p:spPr>
        <p:txBody>
          <a:bodyPr/>
          <a:lstStyle/>
          <a:p>
            <a:r>
              <a:rPr lang="en-US" sz="2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-Bold"/>
              </a:rPr>
              <a:t>Microservice Architecture</a:t>
            </a:r>
            <a:endParaRPr lang="zh-CN" altLang="en-US" sz="280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39EE458-9DF9-C8BF-1BDE-BFC410E3FF2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888754" y="2188695"/>
            <a:ext cx="3731891" cy="789658"/>
          </a:xfrm>
        </p:spPr>
        <p:txBody>
          <a:bodyPr/>
          <a:lstStyle/>
          <a:p>
            <a:r>
              <a:rPr lang="en-US" sz="2000" dirty="0">
                <a:solidFill>
                  <a:srgbClr val="000000"/>
                </a:solidFill>
                <a:ea typeface="SimSun" panose="02010600030101010101" pitchFamily="2" charset="-122"/>
              </a:rPr>
              <a:t>D</a:t>
            </a:r>
            <a:r>
              <a:rPr lang="en-US" sz="2000" dirty="0" smtClean="0">
                <a:solidFill>
                  <a:srgbClr val="000000"/>
                </a:solidFill>
                <a:effectLst/>
                <a:ea typeface="SimSun" panose="02010600030101010101" pitchFamily="2" charset="-122"/>
              </a:rPr>
              <a:t>ecompose </a:t>
            </a:r>
            <a:r>
              <a:rPr lang="en-US" sz="2000" dirty="0">
                <a:solidFill>
                  <a:srgbClr val="000000"/>
                </a:solidFill>
                <a:effectLst/>
                <a:ea typeface="SimSun" panose="02010600030101010101" pitchFamily="2" charset="-122"/>
              </a:rPr>
              <a:t>an app into </a:t>
            </a:r>
            <a:r>
              <a:rPr lang="en-US" sz="2000" dirty="0">
                <a:solidFill>
                  <a:srgbClr val="000000"/>
                </a:solidFill>
                <a:ea typeface="SimSun" panose="02010600030101010101" pitchFamily="2" charset="-122"/>
              </a:rPr>
              <a:t>s</a:t>
            </a:r>
            <a:r>
              <a:rPr lang="en-US" sz="2000" dirty="0">
                <a:solidFill>
                  <a:srgbClr val="000000"/>
                </a:solidFill>
                <a:effectLst/>
                <a:ea typeface="SimSun" panose="02010600030101010101" pitchFamily="2" charset="-122"/>
              </a:rPr>
              <a:t>mall, independent services that communicate over the network</a:t>
            </a:r>
            <a:endParaRPr lang="en-US" sz="1600" dirty="0"/>
          </a:p>
        </p:txBody>
      </p:sp>
      <p:pic>
        <p:nvPicPr>
          <p:cNvPr id="20" name="Picture Placeholder 19">
            <a:extLst>
              <a:ext uri="{FF2B5EF4-FFF2-40B4-BE49-F238E27FC236}">
                <a16:creationId xmlns:a16="http://schemas.microsoft.com/office/drawing/2014/main" id="{CDEEA9E9-4D74-B07F-AACE-1DA4F9AD5DDA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8405" y="3937666"/>
            <a:ext cx="1682733" cy="2222794"/>
          </a:xfr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F651256-540E-0771-7FA1-3938C2B54D7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2751138" y="4099191"/>
            <a:ext cx="3942190" cy="609600"/>
          </a:xfrm>
        </p:spPr>
        <p:txBody>
          <a:bodyPr/>
          <a:lstStyle/>
          <a:p>
            <a:r>
              <a:rPr lang="en-US" sz="2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-Bold"/>
              </a:rPr>
              <a:t>Monolithic Architecture</a:t>
            </a:r>
            <a:endParaRPr lang="zh-CN" altLang="en-US" sz="2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96CABC0-CB35-820A-604E-EAE385030B2A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843621" y="4898538"/>
            <a:ext cx="2683398" cy="789658"/>
          </a:xfrm>
        </p:spPr>
        <p:txBody>
          <a:bodyPr/>
          <a:lstStyle/>
          <a:p>
            <a:r>
              <a:rPr lang="en-US" sz="2000" dirty="0">
                <a:solidFill>
                  <a:srgbClr val="000000"/>
                </a:solidFill>
                <a:ea typeface="SimSun" panose="02010600030101010101" pitchFamily="2" charset="-122"/>
              </a:rPr>
              <a:t>A</a:t>
            </a:r>
            <a:r>
              <a:rPr lang="en-US" sz="2000" dirty="0" smtClean="0">
                <a:solidFill>
                  <a:srgbClr val="000000"/>
                </a:solidFill>
                <a:effectLst/>
                <a:ea typeface="SimSun" panose="02010600030101010101" pitchFamily="2" charset="-122"/>
              </a:rPr>
              <a:t>ll </a:t>
            </a:r>
            <a:r>
              <a:rPr lang="en-US" sz="2000" dirty="0">
                <a:solidFill>
                  <a:srgbClr val="000000"/>
                </a:solidFill>
                <a:effectLst/>
                <a:ea typeface="SimSun" panose="02010600030101010101" pitchFamily="2" charset="-122"/>
              </a:rPr>
              <a:t>components are tightly integrated into one single </a:t>
            </a:r>
            <a:r>
              <a:rPr lang="en-US" sz="2000" dirty="0" smtClean="0">
                <a:solidFill>
                  <a:srgbClr val="000000"/>
                </a:solidFill>
                <a:effectLst/>
                <a:ea typeface="SimSun" panose="02010600030101010101" pitchFamily="2" charset="-122"/>
              </a:rPr>
              <a:t>application.</a:t>
            </a:r>
            <a:endParaRPr lang="en-US" sz="1600" dirty="0"/>
          </a:p>
        </p:txBody>
      </p:sp>
      <p:pic>
        <p:nvPicPr>
          <p:cNvPr id="22" name="Picture Placeholder 21">
            <a:extLst>
              <a:ext uri="{FF2B5EF4-FFF2-40B4-BE49-F238E27FC236}">
                <a16:creationId xmlns:a16="http://schemas.microsoft.com/office/drawing/2014/main" id="{08A5F688-AAE4-8F1E-0364-2ED6166E8AE4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94819" y="3937666"/>
            <a:ext cx="1402549" cy="1852686"/>
          </a:xfrm>
        </p:spPr>
      </p:pic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796E9FE-E17D-36E6-7C88-CB8D0F5BB9A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995141" y="4263313"/>
            <a:ext cx="3908635" cy="609600"/>
          </a:xfrm>
        </p:spPr>
        <p:txBody>
          <a:bodyPr/>
          <a:lstStyle/>
          <a:p>
            <a:r>
              <a:rPr lang="en-US" sz="2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-Bold"/>
              </a:rPr>
              <a:t>Clean/Hexagonal/Onion Architectures</a:t>
            </a:r>
            <a:endParaRPr lang="zh-CN" altLang="en-US" sz="28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D2D6BE2-1068-2A87-2884-76EC3F71F2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995141" y="4898538"/>
            <a:ext cx="4144989" cy="789658"/>
          </a:xfrm>
        </p:spPr>
        <p:txBody>
          <a:bodyPr/>
          <a:lstStyle/>
          <a:p>
            <a:r>
              <a:rPr lang="en-US" sz="2000" dirty="0">
                <a:solidFill>
                  <a:srgbClr val="000000"/>
                </a:solidFill>
                <a:effectLst/>
                <a:ea typeface="SimSun" panose="02010600030101010101" pitchFamily="2" charset="-122"/>
              </a:rPr>
              <a:t>These modern approaches emphasize separating the core business logic from external dependencies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579895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4E01A-2585-BE14-CDEA-C2C6982E9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marR="0"/>
            <a:r>
              <a:rPr lang="en-US" sz="32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-Bold"/>
                <a:cs typeface="Calibri" panose="020F0502020204030204" pitchFamily="34" charset="0"/>
              </a:rPr>
              <a:t>Design Patterns for Mobile Development </a:t>
            </a:r>
            <a:endParaRPr lang="en-US" sz="32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DA5392-14D3-A360-92B3-D2552F9CE0A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44000" y="2162522"/>
            <a:ext cx="3568837" cy="609600"/>
          </a:xfrm>
        </p:spPr>
        <p:txBody>
          <a:bodyPr/>
          <a:lstStyle/>
          <a:p>
            <a:r>
              <a:rPr lang="en-US" altLang="zh-CN" sz="2400" b="1" dirty="0"/>
              <a:t>Model-View-Controlle</a:t>
            </a:r>
            <a:r>
              <a:rPr lang="en-US" altLang="zh-CN" sz="2400" dirty="0"/>
              <a:t>r(</a:t>
            </a:r>
            <a:r>
              <a:rPr lang="en-US" altLang="zh-CN" sz="2400" b="1" dirty="0"/>
              <a:t>MVC</a:t>
            </a:r>
            <a:r>
              <a:rPr lang="en-US" altLang="zh-CN" sz="2400" dirty="0"/>
              <a:t>)</a:t>
            </a:r>
            <a:endParaRPr lang="zh-CN" altLang="en-US" sz="2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14515E-0286-13E0-AD84-9C03D11FD33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3999" y="2719450"/>
            <a:ext cx="3568837" cy="997240"/>
          </a:xfrm>
        </p:spPr>
        <p:txBody>
          <a:bodyPr/>
          <a:lstStyle/>
          <a:p>
            <a:r>
              <a:rPr lang="en-US" sz="2000" dirty="0">
                <a:solidFill>
                  <a:srgbClr val="000000"/>
                </a:solidFill>
                <a:effectLst/>
                <a:ea typeface="SimSun" panose="02010600030101010101" pitchFamily="2" charset="-122"/>
              </a:rPr>
              <a:t>This pattern is simple and widely used, particularly for smaller or less complex apps</a:t>
            </a:r>
            <a:endParaRPr lang="en-US" altLang="zh-CN" sz="16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98CE55-CE4B-1A71-134D-B30C6033A34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16382" y="2019041"/>
            <a:ext cx="3568837" cy="609600"/>
          </a:xfrm>
        </p:spPr>
        <p:txBody>
          <a:bodyPr/>
          <a:lstStyle/>
          <a:p>
            <a:r>
              <a:rPr lang="en-US" altLang="zh-CN" sz="2400" b="1" dirty="0"/>
              <a:t>Model-View-Presenter(MVP)</a:t>
            </a:r>
            <a:endParaRPr lang="zh-CN" altLang="en-US" sz="2400" b="1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29A99A9-A761-19E8-D1E9-C8B9DB7F7A8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412836" y="2719450"/>
            <a:ext cx="4430961" cy="789658"/>
          </a:xfrm>
        </p:spPr>
        <p:txBody>
          <a:bodyPr/>
          <a:lstStyle/>
          <a:p>
            <a:r>
              <a:rPr lang="en-US" sz="2000" dirty="0">
                <a:solidFill>
                  <a:srgbClr val="000000"/>
                </a:solidFill>
                <a:effectLst/>
                <a:ea typeface="SimSun" panose="02010600030101010101" pitchFamily="2" charset="-122"/>
              </a:rPr>
              <a:t>MVP refines MVC by introducing a Presenter that acts as an intermediary between a “passive” View and the Model</a:t>
            </a:r>
            <a:endParaRPr lang="en-US" altLang="zh-CN" sz="16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A0E261A-06BB-800D-021F-CA9D3BE95C0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388764" y="1951773"/>
            <a:ext cx="3726334" cy="609600"/>
          </a:xfrm>
        </p:spPr>
        <p:txBody>
          <a:bodyPr/>
          <a:lstStyle/>
          <a:p>
            <a:r>
              <a:rPr lang="en-US" altLang="zh-CN" sz="2400" b="1" dirty="0" smtClean="0"/>
              <a:t>Model-View-</a:t>
            </a:r>
            <a:r>
              <a:rPr lang="en-US" altLang="zh-CN" sz="2400" b="1" dirty="0" err="1" smtClean="0"/>
              <a:t>ViewModel</a:t>
            </a:r>
            <a:r>
              <a:rPr lang="en-US" altLang="zh-CN" sz="2400" b="1" dirty="0" smtClean="0"/>
              <a:t>(MVVM)</a:t>
            </a:r>
            <a:endParaRPr lang="zh-CN" altLang="en-US" sz="2400" b="1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18DA7C-129A-8E15-9C68-5B38913FA6B0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626691" y="2719450"/>
            <a:ext cx="3568837" cy="789658"/>
          </a:xfrm>
        </p:spPr>
        <p:txBody>
          <a:bodyPr/>
          <a:lstStyle/>
          <a:p>
            <a:r>
              <a:rPr lang="en-US" sz="2000" dirty="0">
                <a:solidFill>
                  <a:srgbClr val="000000"/>
                </a:solidFill>
                <a:effectLst/>
                <a:ea typeface="SimSun" panose="02010600030101010101" pitchFamily="2" charset="-122"/>
              </a:rPr>
              <a:t>MVVM introduces a </a:t>
            </a:r>
            <a:r>
              <a:rPr lang="en-US" sz="2000" dirty="0" err="1">
                <a:solidFill>
                  <a:srgbClr val="000000"/>
                </a:solidFill>
                <a:effectLst/>
                <a:ea typeface="SimSun" panose="02010600030101010101" pitchFamily="2" charset="-122"/>
              </a:rPr>
              <a:t>ViewModel</a:t>
            </a:r>
            <a:r>
              <a:rPr lang="en-US" sz="2000" dirty="0">
                <a:solidFill>
                  <a:srgbClr val="000000"/>
                </a:solidFill>
                <a:effectLst/>
                <a:ea typeface="SimSun" panose="02010600030101010101" pitchFamily="2" charset="-122"/>
              </a:rPr>
              <a:t> that binds data between the Model and the View</a:t>
            </a:r>
            <a:endParaRPr lang="en-US" altLang="zh-CN" sz="16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A6A9C7D-E3EC-8B0D-7764-02424017C35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71640" y="4066036"/>
            <a:ext cx="4430961" cy="609600"/>
          </a:xfrm>
        </p:spPr>
        <p:txBody>
          <a:bodyPr/>
          <a:lstStyle/>
          <a:p>
            <a:r>
              <a:rPr lang="en-US" altLang="zh-CN" sz="2800" b="1" dirty="0"/>
              <a:t>View-Interactor-Presenter-Entity-Router</a:t>
            </a:r>
            <a:endParaRPr lang="zh-CN" altLang="en-US" sz="2800" b="1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660DA0F-150D-4907-C724-7CEB6F78AD86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61925" y="4863085"/>
            <a:ext cx="4140676" cy="789658"/>
          </a:xfrm>
        </p:spPr>
        <p:txBody>
          <a:bodyPr/>
          <a:lstStyle/>
          <a:p>
            <a:r>
              <a:rPr lang="en-US" sz="2000" dirty="0">
                <a:solidFill>
                  <a:srgbClr val="000000"/>
                </a:solidFill>
                <a:effectLst/>
                <a:ea typeface="SimSun" panose="02010600030101010101" pitchFamily="2" charset="-122"/>
              </a:rPr>
              <a:t>VIPER is designed for larger, more complex apps. It breaks down the application into five modules</a:t>
            </a:r>
            <a:r>
              <a:rPr lang="en-US" sz="2000" dirty="0"/>
              <a:t>.</a:t>
            </a:r>
          </a:p>
          <a:p>
            <a:endParaRPr lang="en-US" altLang="zh-CN" dirty="0"/>
          </a:p>
        </p:txBody>
      </p:sp>
      <p:sp>
        <p:nvSpPr>
          <p:cNvPr id="11" name="TextBox 10"/>
          <p:cNvSpPr txBox="1"/>
          <p:nvPr/>
        </p:nvSpPr>
        <p:spPr>
          <a:xfrm>
            <a:off x="4124772" y="3667185"/>
            <a:ext cx="42639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/>
            <a:r>
              <a:rPr lang="en-GB" sz="2800" b="1" dirty="0"/>
              <a:t>Singleton Method Design Pattern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53264" y="4621292"/>
            <a:ext cx="28638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 smtClean="0"/>
              <a:t>This policy </a:t>
            </a:r>
            <a:r>
              <a:rPr lang="en-GB" sz="2000" dirty="0"/>
              <a:t>ensures that there is only one instance of a class and provides global access.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47755" y="3649273"/>
            <a:ext cx="334777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/>
            <a:r>
              <a:rPr lang="en-GB" sz="2800" b="1" dirty="0"/>
              <a:t>Factory Method Design </a:t>
            </a:r>
            <a:r>
              <a:rPr lang="en-GB" sz="2800" b="1" dirty="0" smtClean="0"/>
              <a:t>Pattern</a:t>
            </a:r>
            <a:endParaRPr lang="en-GB" sz="28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8843797" y="4603380"/>
            <a:ext cx="285870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 smtClean="0"/>
              <a:t>It defines </a:t>
            </a:r>
            <a:r>
              <a:rPr lang="en-GB" sz="2000" dirty="0"/>
              <a:t>an interface for creating an object but allows subclasses to modify the type of the created object. </a:t>
            </a:r>
          </a:p>
        </p:txBody>
      </p:sp>
    </p:spTree>
    <p:extLst>
      <p:ext uri="{BB962C8B-B14F-4D97-AF65-F5344CB8AC3E}">
        <p14:creationId xmlns:p14="http://schemas.microsoft.com/office/powerpoint/2010/main" val="1480692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73290-150D-4023-3438-A81F0FB72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8000" y="959340"/>
            <a:ext cx="10504000" cy="1132258"/>
          </a:xfrm>
        </p:spPr>
        <p:txBody>
          <a:bodyPr/>
          <a:lstStyle/>
          <a:p>
            <a:pPr marL="0" indent="0" algn="l" rtl="0" eaLnBrk="1" latinLnBrk="0" hangingPunct="1"/>
            <a:r>
              <a:rPr lang="en-US" sz="2800" b="1" kern="1200" baseline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USER REQUIREMENTS FOR A MOBILE APPLICATION</a:t>
            </a:r>
            <a:endParaRPr lang="en-US" sz="4800" dirty="0">
              <a:effectLst/>
            </a:endParaRPr>
          </a:p>
        </p:txBody>
      </p:sp>
      <p:pic>
        <p:nvPicPr>
          <p:cNvPr id="6" name="Picture Placeholder 5" descr="Group of people smiling and collaborating in a casual setting.">
            <a:extLst>
              <a:ext uri="{FF2B5EF4-FFF2-40B4-BE49-F238E27FC236}">
                <a16:creationId xmlns:a16="http://schemas.microsoft.com/office/drawing/2014/main" id="{AE363C14-CDF1-3709-050E-00FB4419F0B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9" r="39"/>
          <a:stretch/>
        </p:blipFill>
        <p:spPr/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391A1-8DE5-BF6D-13CA-82EB9E4F90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</a:rPr>
              <a:t>Mobile app requirements documents the business logic, technical specifications, and development guidelines for mobile app developers to design the application of your business dreams. </a:t>
            </a:r>
            <a:r>
              <a:rPr lang="en-US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It includes the key app’s features, app user personas, and business goals to ensure that multiple team members are on the same page before the software development process commences. </a:t>
            </a:r>
            <a:endParaRPr lang="en-US" sz="22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dirty="0"/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B918AEDD-67EB-5DAF-9AC2-C30A9C8D2B9B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1075706" y="1219132"/>
            <a:ext cx="831916" cy="59780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06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9118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59161-41F5-4F45-4BC2-F919553CC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7420" y="1130299"/>
            <a:ext cx="9038066" cy="1142367"/>
          </a:xfrm>
        </p:spPr>
        <p:txBody>
          <a:bodyPr/>
          <a:lstStyle/>
          <a:p>
            <a:r>
              <a:rPr lang="en-US" dirty="0"/>
              <a:t>Phases of Requirement Engineering(ER)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DDCA29-99EE-EDE7-04E6-6CAD6E29E0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800" dirty="0"/>
              <a:t>Requirement Discovery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A6C630-5DCA-431F-9C47-33CE7D44D7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</a:rPr>
              <a:t>This phase involves uncovering what target users truly want from the mobile app</a:t>
            </a:r>
            <a:r>
              <a:rPr lang="en-US" altLang="zh-CN" sz="1800" dirty="0"/>
              <a:t>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90F30E-0B0F-3F09-584B-E6E0C8481AF9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4802105" y="2744988"/>
            <a:ext cx="3311581" cy="403256"/>
          </a:xfrm>
        </p:spPr>
        <p:txBody>
          <a:bodyPr/>
          <a:lstStyle/>
          <a:p>
            <a:r>
              <a:rPr lang="en-US" sz="2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-Bold"/>
              </a:rPr>
              <a:t>Requirement Refinement &amp; Categorization </a:t>
            </a:r>
            <a:endParaRPr lang="en-US" altLang="zh-CN" sz="24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3AD1D38-712E-AF69-B7E4-8A1855B9B3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zh-CN" sz="1800" dirty="0"/>
              <a:t>Provide a detailed subitem that explains its focus and purpose clearly, offering concise insights.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5D1BC39-66D0-70E5-AA9B-4245EEC063B6}"/>
              </a:ext>
            </a:extLst>
          </p:cNvPr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-Bold"/>
              </a:rPr>
              <a:t>Analysis Techniques</a:t>
            </a:r>
            <a:endParaRPr lang="en-US" altLang="zh-CN" sz="240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2BAD01-5F86-FF5F-2EB0-4A7BACFFF71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altLang="zh-CN" sz="1800" dirty="0"/>
              <a:t>Includes Journey Mapping, Decision trees, and feature prioritization messages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32A7D86-30EF-EB3C-DCCD-D40F94087E76}"/>
              </a:ext>
            </a:extLst>
          </p:cNvPr>
          <p:cNvSpPr>
            <a:spLocks noGrp="1"/>
          </p:cNvSpPr>
          <p:nvPr>
            <p:ph type="body" idx="18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-Bold"/>
              </a:rPr>
              <a:t>Requirement Verification </a:t>
            </a:r>
            <a:endParaRPr lang="en-US" altLang="zh-CN" sz="240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3DA5119-36FD-2428-6BB0-0A5678EB326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07420" y="5163780"/>
            <a:ext cx="2970895" cy="685478"/>
          </a:xfrm>
        </p:spPr>
        <p:txBody>
          <a:bodyPr/>
          <a:lstStyle/>
          <a:p>
            <a:pPr marL="0" marR="0" algn="just"/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Before coding starts, requirements undergo validation checks</a:t>
            </a:r>
            <a:r>
              <a:rPr lang="en-US" sz="1800" b="1" dirty="0">
                <a:solidFill>
                  <a:srgbClr val="000000"/>
                </a:solidFill>
                <a:effectLst/>
                <a:latin typeface="Calibri-Bold"/>
                <a:ea typeface="Calibri-Bold"/>
                <a:cs typeface="Calibri-Bold"/>
              </a:rPr>
              <a:t>. </a:t>
            </a:r>
            <a:endParaRPr lang="en-US" sz="18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8B1BFC3-99E5-1529-4AE4-3807102C8C71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4802106" y="4548374"/>
            <a:ext cx="3745899" cy="517220"/>
          </a:xfrm>
        </p:spPr>
        <p:txBody>
          <a:bodyPr/>
          <a:lstStyle/>
          <a:p>
            <a:r>
              <a:rPr lang="en-US" sz="2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-Bold"/>
              </a:rPr>
              <a:t>Structured Requirement Documentation </a:t>
            </a:r>
            <a:endParaRPr lang="en-US" altLang="zh-CN" sz="24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AF08F6D-1033-D7EF-A5D7-CB33ACBDF8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</a:rPr>
              <a:t>Final requirements are compiled into shareable formats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697677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CB689-CB78-615C-546D-47B9D685B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CDA679F-3754-4082-6B22-DB7440A83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Requirement Benefits</a:t>
            </a:r>
            <a:endParaRPr lang="en-US" altLang="zh-CN" sz="3200" b="1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63A1E1E-2FB9-42E8-81DB-45B63A072E53}"/>
              </a:ext>
            </a:extLst>
          </p:cNvPr>
          <p:cNvSpPr txBox="1">
            <a:spLocks/>
          </p:cNvSpPr>
          <p:nvPr/>
        </p:nvSpPr>
        <p:spPr>
          <a:xfrm>
            <a:off x="1026427" y="2746828"/>
            <a:ext cx="5480251" cy="50437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>
              <a:buFont typeface="Wingdings" panose="05000000000000000000" pitchFamily="2" charset="2"/>
              <a:buChar char=""/>
              <a:tabLst>
                <a:tab pos="266700" algn="l"/>
              </a:tabLst>
            </a:pPr>
            <a:r>
              <a:rPr lang="en-US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A better overall project development </a:t>
            </a:r>
            <a:endParaRPr lang="en-US" sz="22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200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8D9B855-A0DB-79A7-42DD-4BB8EF75445E}"/>
              </a:ext>
            </a:extLst>
          </p:cNvPr>
          <p:cNvSpPr txBox="1">
            <a:spLocks/>
          </p:cNvSpPr>
          <p:nvPr/>
        </p:nvSpPr>
        <p:spPr>
          <a:xfrm>
            <a:off x="1026427" y="3176814"/>
            <a:ext cx="10735645" cy="50437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>
              <a:buFont typeface="Wingdings" panose="05000000000000000000" pitchFamily="2" charset="2"/>
              <a:buChar char=""/>
              <a:tabLst>
                <a:tab pos="266700" algn="l"/>
              </a:tabLst>
            </a:pPr>
            <a:r>
              <a:rPr lang="en-US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Improved project management throughout the software development process </a:t>
            </a:r>
            <a:endParaRPr lang="en-US" sz="22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200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61F575A8-E942-B252-B54B-E99045D8082F}"/>
              </a:ext>
            </a:extLst>
          </p:cNvPr>
          <p:cNvSpPr txBox="1">
            <a:spLocks/>
          </p:cNvSpPr>
          <p:nvPr/>
        </p:nvSpPr>
        <p:spPr>
          <a:xfrm>
            <a:off x="1026427" y="3606802"/>
            <a:ext cx="11005152" cy="50437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>
              <a:buFont typeface="Wingdings" panose="05000000000000000000" pitchFamily="2" charset="2"/>
              <a:buChar char=""/>
              <a:tabLst>
                <a:tab pos="266700" algn="l"/>
              </a:tabLst>
            </a:pPr>
            <a:r>
              <a:rPr lang="en-US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Enhanced efficiency to document the technical aspects required for an optimal product </a:t>
            </a:r>
            <a:endParaRPr lang="en-US" sz="22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2200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BD5D4BA3-CC8D-BF55-E62F-8595B665452F}"/>
              </a:ext>
            </a:extLst>
          </p:cNvPr>
          <p:cNvSpPr txBox="1">
            <a:spLocks/>
          </p:cNvSpPr>
          <p:nvPr/>
        </p:nvSpPr>
        <p:spPr>
          <a:xfrm>
            <a:off x="1026427" y="4036788"/>
            <a:ext cx="10543139" cy="50437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</a:rPr>
              <a:t>A higher probability for the right target audience that meets the business requirements </a:t>
            </a:r>
            <a:endParaRPr lang="en-US" altLang="zh-CN" sz="2200" dirty="0"/>
          </a:p>
        </p:txBody>
      </p:sp>
    </p:spTree>
    <p:extLst>
      <p:ext uri="{BB962C8B-B14F-4D97-AF65-F5344CB8AC3E}">
        <p14:creationId xmlns:p14="http://schemas.microsoft.com/office/powerpoint/2010/main" val="4687321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6F286D-FED2-6E11-7AC6-606B0BC4C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613" y="2090056"/>
            <a:ext cx="4361688" cy="1135673"/>
          </a:xfrm>
        </p:spPr>
        <p:txBody>
          <a:bodyPr>
            <a:normAutofit fontScale="90000"/>
          </a:bodyPr>
          <a:lstStyle/>
          <a:p>
            <a:pPr marR="0" lvl="0" algn="just"/>
            <a:r>
              <a:rPr lang="en-US" sz="32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MOBILE APP DEVELOPMENT COST ESTIMATE</a:t>
            </a:r>
            <a:endParaRPr lang="en-US" sz="3200" dirty="0">
              <a:solidFill>
                <a:schemeClr val="tx1"/>
              </a:solidFill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Picture 41" descr="A close-up of a dart board">
            <a:extLst>
              <a:ext uri="{FF2B5EF4-FFF2-40B4-BE49-F238E27FC236}">
                <a16:creationId xmlns:a16="http://schemas.microsoft.com/office/drawing/2014/main" id="{FBF23317-15FD-F59D-516A-61D365229593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/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CA4E98-6CBC-C288-2361-8063FC5AB74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985613" y="3429000"/>
            <a:ext cx="4343323" cy="1135673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</a:rPr>
              <a:t>When estimating the cost of developing a mobile app, some factors are considered: </a:t>
            </a:r>
            <a:endParaRPr lang="en-US" altLang="zh-CN" sz="1600" dirty="0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DD04DE28-D4F6-D711-ED2B-B543339E3492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10785763" y="1791152"/>
            <a:ext cx="831916" cy="59780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46352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5C471-3184-ACF6-7D18-2DFABBD61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6F6A8-544F-33ED-114D-D67EF1C1B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7420" y="1130299"/>
            <a:ext cx="9038066" cy="1142367"/>
          </a:xfrm>
        </p:spPr>
        <p:txBody>
          <a:bodyPr/>
          <a:lstStyle/>
          <a:p>
            <a:r>
              <a:rPr lang="en-US" dirty="0"/>
              <a:t>Key Factors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E8A901-F969-1F16-7165-B996037822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02105" y="2744988"/>
            <a:ext cx="3311581" cy="403256"/>
          </a:xfrm>
        </p:spPr>
        <p:txBody>
          <a:bodyPr/>
          <a:lstStyle/>
          <a:p>
            <a:r>
              <a:rPr lang="en-US" altLang="zh-CN" sz="2800" b="0" dirty="0" smtClean="0"/>
              <a:t>2.	Choose Platform</a:t>
            </a:r>
            <a:endParaRPr lang="en-US" altLang="zh-CN" sz="2800" b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19D3ACA-F8BC-D71B-80FB-474908884B6C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4802106" y="4522950"/>
            <a:ext cx="3311580" cy="403256"/>
          </a:xfrm>
        </p:spPr>
        <p:txBody>
          <a:bodyPr/>
          <a:lstStyle/>
          <a:p>
            <a:r>
              <a:rPr lang="en-US" sz="2800" b="0" dirty="0" smtClean="0">
                <a:solidFill>
                  <a:srgbClr val="000000"/>
                </a:solidFill>
                <a:latin typeface="Calibri" panose="020F0502020204030204" pitchFamily="34" charset="0"/>
                <a:ea typeface="Calibri-Bold"/>
              </a:rPr>
              <a:t>8.	</a:t>
            </a:r>
            <a:r>
              <a:rPr lang="en-US" sz="2800" b="0" dirty="0" err="1" smtClean="0">
                <a:solidFill>
                  <a:srgbClr val="000000"/>
                </a:solidFill>
                <a:latin typeface="Calibri" panose="020F0502020204030204" pitchFamily="34" charset="0"/>
                <a:ea typeface="Calibri-Bold"/>
              </a:rPr>
              <a:t>Contigency</a:t>
            </a:r>
            <a:r>
              <a:rPr lang="en-US" sz="2300" b="0" dirty="0" smtClean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-Bold"/>
              </a:rPr>
              <a:t> </a:t>
            </a:r>
            <a:endParaRPr lang="en-US" altLang="zh-CN" sz="2300" b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C3C7FB5-6728-E9C1-0947-ACD384E39A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660038" y="2484133"/>
            <a:ext cx="2970895" cy="918497"/>
          </a:xfrm>
        </p:spPr>
        <p:txBody>
          <a:bodyPr/>
          <a:lstStyle/>
          <a:p>
            <a:r>
              <a:rPr lang="en-US" altLang="zh-CN" sz="2800" b="0" dirty="0" smtClean="0"/>
              <a:t>3.	Complexity</a:t>
            </a:r>
            <a:endParaRPr lang="en-US" altLang="zh-CN" sz="2800" b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73E8A97-A29E-6D15-CEC5-7B1161FA2227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1107421" y="4605356"/>
            <a:ext cx="2970894" cy="320850"/>
          </a:xfrm>
        </p:spPr>
        <p:txBody>
          <a:bodyPr/>
          <a:lstStyle/>
          <a:p>
            <a:r>
              <a:rPr lang="en-US" sz="2800" b="0" dirty="0" smtClean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-Bold"/>
              </a:rPr>
              <a:t>7.	</a:t>
            </a:r>
            <a:r>
              <a:rPr lang="en-US" sz="2800" b="0" dirty="0" err="1" smtClean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-Bold"/>
              </a:rPr>
              <a:t>Maintainance</a:t>
            </a:r>
            <a:endParaRPr lang="en-US" altLang="zh-CN" sz="2300" b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fr-FR" sz="2800" b="0" dirty="0" err="1" smtClean="0"/>
              <a:t>Define</a:t>
            </a:r>
            <a:r>
              <a:rPr lang="fr-FR" sz="2800" b="0" dirty="0" smtClean="0"/>
              <a:t> </a:t>
            </a:r>
            <a:r>
              <a:rPr lang="fr-FR" sz="2800" b="0" dirty="0" err="1" smtClean="0"/>
              <a:t>Requirements</a:t>
            </a:r>
            <a:endParaRPr lang="en-GB" sz="2800" b="0" dirty="0"/>
          </a:p>
        </p:txBody>
      </p:sp>
      <p:sp>
        <p:nvSpPr>
          <p:cNvPr id="6" name="TextBox 5"/>
          <p:cNvSpPr txBox="1"/>
          <p:nvPr/>
        </p:nvSpPr>
        <p:spPr>
          <a:xfrm>
            <a:off x="1001027" y="3474836"/>
            <a:ext cx="24915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4.	Design</a:t>
            </a:r>
            <a:endParaRPr lang="en-GB" sz="2800" dirty="0"/>
          </a:p>
        </p:txBody>
      </p:sp>
      <p:sp>
        <p:nvSpPr>
          <p:cNvPr id="8" name="TextBox 7"/>
          <p:cNvSpPr txBox="1"/>
          <p:nvPr/>
        </p:nvSpPr>
        <p:spPr>
          <a:xfrm>
            <a:off x="4685992" y="3358543"/>
            <a:ext cx="324522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/>
              <a:t>5.	</a:t>
            </a:r>
            <a:r>
              <a:rPr lang="fr-FR" sz="2800" dirty="0" err="1" smtClean="0"/>
              <a:t>Development</a:t>
            </a:r>
            <a:r>
              <a:rPr lang="fr-FR" sz="2800" dirty="0" smtClean="0"/>
              <a:t> Time</a:t>
            </a:r>
            <a:endParaRPr lang="en-GB" sz="2800" dirty="0"/>
          </a:p>
        </p:txBody>
      </p:sp>
      <p:sp>
        <p:nvSpPr>
          <p:cNvPr id="10" name="TextBox 9"/>
          <p:cNvSpPr txBox="1"/>
          <p:nvPr/>
        </p:nvSpPr>
        <p:spPr>
          <a:xfrm>
            <a:off x="8758990" y="3474836"/>
            <a:ext cx="25506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6.	</a:t>
            </a:r>
            <a:r>
              <a:rPr lang="fr-FR" sz="2800" dirty="0" err="1" smtClean="0"/>
              <a:t>Testing</a:t>
            </a:r>
            <a:endParaRPr lang="en-GB" sz="2800" dirty="0"/>
          </a:p>
        </p:txBody>
      </p:sp>
      <p:sp>
        <p:nvSpPr>
          <p:cNvPr id="12" name="TextBox 11"/>
          <p:cNvSpPr txBox="1"/>
          <p:nvPr/>
        </p:nvSpPr>
        <p:spPr>
          <a:xfrm>
            <a:off x="1001027" y="5457524"/>
            <a:ext cx="3684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9.	</a:t>
            </a:r>
            <a:r>
              <a:rPr lang="fr-FR" sz="2800" dirty="0" err="1" smtClean="0"/>
              <a:t>Developer</a:t>
            </a:r>
            <a:r>
              <a:rPr lang="fr-FR" sz="2800" dirty="0" smtClean="0"/>
              <a:t> Rates</a:t>
            </a:r>
            <a:endParaRPr lang="en-GB" sz="2800" dirty="0"/>
          </a:p>
        </p:txBody>
      </p:sp>
      <p:sp>
        <p:nvSpPr>
          <p:cNvPr id="13" name="TextBox 12"/>
          <p:cNvSpPr txBox="1"/>
          <p:nvPr/>
        </p:nvSpPr>
        <p:spPr>
          <a:xfrm>
            <a:off x="4685992" y="5242080"/>
            <a:ext cx="36976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10.	Documentation and Support</a:t>
            </a:r>
            <a:endParaRPr lang="en-GB" sz="2800" dirty="0"/>
          </a:p>
        </p:txBody>
      </p:sp>
      <p:sp>
        <p:nvSpPr>
          <p:cNvPr id="14" name="TextBox 13"/>
          <p:cNvSpPr txBox="1"/>
          <p:nvPr/>
        </p:nvSpPr>
        <p:spPr>
          <a:xfrm>
            <a:off x="1713297" y="6300912"/>
            <a:ext cx="54190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/>
              <a:t>11.	Marketing and Distribution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7253275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AD491-71BE-5F91-70E3-752518C33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0680D1F-4377-CC3E-EE4B-774B444D8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200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Cost Estimation In The Context of Cameroon</a:t>
            </a:r>
            <a:endParaRPr lang="en-US" altLang="zh-CN" sz="3200" b="1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0741D610-0B6F-1AB3-10CA-B560BCBF09A3}"/>
              </a:ext>
            </a:extLst>
          </p:cNvPr>
          <p:cNvSpPr txBox="1">
            <a:spLocks/>
          </p:cNvSpPr>
          <p:nvPr/>
        </p:nvSpPr>
        <p:spPr>
          <a:xfrm>
            <a:off x="750656" y="2690582"/>
            <a:ext cx="11049458" cy="50437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just"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In Cameroon, development costs are generally lower due to reduced labor rates. With local hourly rates </a:t>
            </a:r>
            <a:endParaRPr lang="en-US" sz="18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around </a:t>
            </a:r>
            <a:r>
              <a:rPr lang="en-US" b="1" dirty="0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10,000 </a:t>
            </a:r>
            <a:r>
              <a:rPr lang="en-US" b="1" dirty="0" err="1">
                <a:solidFill>
                  <a:srgbClr val="000000"/>
                </a:solidFill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Frs</a:t>
            </a: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-Bold"/>
                <a:cs typeface="Calibri" panose="020F0502020204030204" pitchFamily="34" charset="0"/>
              </a:rPr>
              <a:t> – 20,000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-Bold"/>
                <a:cs typeface="Calibri" panose="020F0502020204030204" pitchFamily="34" charset="0"/>
              </a:rPr>
              <a:t>Frs</a:t>
            </a:r>
            <a:r>
              <a:rPr lang="en-US" sz="1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-Bold"/>
                <a:cs typeface="Calibri" panose="020F0502020204030204" pitchFamily="34" charset="0"/>
              </a:rPr>
              <a:t> per hour</a:t>
            </a:r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, overall project expenses can drop significantly compared to rates in more </a:t>
            </a:r>
            <a:endParaRPr lang="en-US" sz="18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0" marR="0" algn="just"/>
            <a:r>
              <a:rPr lang="en-U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SimSun" panose="02010600030101010101" pitchFamily="2" charset="-122"/>
                <a:cs typeface="Calibri" panose="020F0502020204030204" pitchFamily="34" charset="0"/>
              </a:rPr>
              <a:t>developed markets. </a:t>
            </a:r>
            <a:endParaRPr lang="en-US" sz="18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000892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FC43111-1417-3930-812C-8E1378EE7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Conclusion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594A1305-15D6-3DB3-46BD-53303F83A0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33265" y="3429000"/>
            <a:ext cx="7194278" cy="1100727"/>
          </a:xfrm>
        </p:spPr>
        <p:txBody>
          <a:bodyPr>
            <a:normAutofit/>
          </a:bodyPr>
          <a:lstStyle/>
          <a:p>
            <a:r>
              <a:rPr lang="en-US" dirty="0">
                <a:effectLst/>
                <a:latin typeface="Calibri" panose="020F0502020204030204" pitchFamily="34" charset="0"/>
                <a:ea typeface="DengXian" panose="02010600030101010101" pitchFamily="2" charset="-122"/>
              </a:rPr>
              <a:t>By carefully selecting the appropriate app type, programming language, framework, and architecture, developers can build efficient and scalable applications</a:t>
            </a:r>
            <a:endParaRPr lang="en-US" altLang="zh-CN" dirty="0"/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4FCBEBFD-6AE7-6140-3885-019582E7D00B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10785763" y="1791152"/>
            <a:ext cx="831916" cy="59780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08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43946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4A01E4-C1AA-5FF3-87D3-D36F76AE9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Thank You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Placeholder 4" descr="Woman standing in work conference room">
            <a:extLst>
              <a:ext uri="{FF2B5EF4-FFF2-40B4-BE49-F238E27FC236}">
                <a16:creationId xmlns:a16="http://schemas.microsoft.com/office/drawing/2014/main" id="{AAB18CD4-A387-CAD5-F0A9-F9DE4E62D2F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9858625" cy="6858000"/>
          </a:xfrm>
        </p:spPr>
      </p:pic>
    </p:spTree>
    <p:extLst>
      <p:ext uri="{BB962C8B-B14F-4D97-AF65-F5344CB8AC3E}">
        <p14:creationId xmlns:p14="http://schemas.microsoft.com/office/powerpoint/2010/main" val="171755639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FFICEPLUS.THEME" val="template.pptx"/>
</p:tagLst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67FBBEFD40724CA20725D6B3094130" ma:contentTypeVersion="14" ma:contentTypeDescription="Create a new document." ma:contentTypeScope="" ma:versionID="b563ecc397a77cd5d82b22a852f9d63c">
  <xsd:schema xmlns:xsd="http://www.w3.org/2001/XMLSchema" xmlns:xs="http://www.w3.org/2001/XMLSchema" xmlns:p="http://schemas.microsoft.com/office/2006/metadata/properties" xmlns:ns1="http://schemas.microsoft.com/sharepoint/v3" xmlns:ns2="21705155-b4ce-4c69-95dc-4fd6cb8c5571" xmlns:ns3="38de0ec0-4312-429b-9ba4-a6f7899b86f2" targetNamespace="http://schemas.microsoft.com/office/2006/metadata/properties" ma:root="true" ma:fieldsID="514fef1a96c1431b584933149cb0dc9f" ns1:_="" ns2:_="" ns3:_="">
    <xsd:import namespace="http://schemas.microsoft.com/sharepoint/v3"/>
    <xsd:import namespace="21705155-b4ce-4c69-95dc-4fd6cb8c5571"/>
    <xsd:import namespace="38de0ec0-4312-429b-9ba4-a6f7899b86f2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705155-b4ce-4c69-95dc-4fd6cb8c557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de0ec0-4312-429b-9ba4-a6f7899b86f2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61ef2866-7176-4fd6-ae15-58358271bbbc}" ma:internalName="TaxCatchAll" ma:showField="CatchAllData" ma:web="38de0ec0-4312-429b-9ba4-a6f7899b86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38de0ec0-4312-429b-9ba4-a6f7899b86f2" xsi:nil="true"/>
    <_ip_UnifiedCompliancePolicyProperties xmlns="http://schemas.microsoft.com/sharepoint/v3" xsi:nil="true"/>
    <lcf76f155ced4ddcb4097134ff3c332f xmlns="21705155-b4ce-4c69-95dc-4fd6cb8c557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5C30565-8F81-4B63-A6DA-15D20795E8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21705155-b4ce-4c69-95dc-4fd6cb8c5571"/>
    <ds:schemaRef ds:uri="38de0ec0-4312-429b-9ba4-a6f7899b86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439F29D-32A6-409A-A026-DEBF052F78D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2AE56A7-C0B1-422F-B93F-A1B9772F5342}">
  <ds:schemaRefs>
    <ds:schemaRef ds:uri="http://purl.org/dc/elements/1.1/"/>
    <ds:schemaRef ds:uri="http://schemas.microsoft.com/sharepoint/v3"/>
    <ds:schemaRef ds:uri="http://purl.org/dc/dcmitype/"/>
    <ds:schemaRef ds:uri="http://purl.org/dc/terms/"/>
    <ds:schemaRef ds:uri="38de0ec0-4312-429b-9ba4-a6f7899b86f2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21705155-b4ce-4c69-95dc-4fd6cb8c5571"/>
    <ds:schemaRef ds:uri="http://schemas.microsoft.com/office/2006/metadata/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345</TotalTime>
  <Words>1115</Words>
  <Application>Microsoft Office PowerPoint</Application>
  <PresentationFormat>Widescreen</PresentationFormat>
  <Paragraphs>165</Paragraphs>
  <Slides>19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1" baseType="lpstr">
      <vt:lpstr>SimSun</vt:lpstr>
      <vt:lpstr>Arial</vt:lpstr>
      <vt:lpstr>Calibri</vt:lpstr>
      <vt:lpstr>Calibri-Bold</vt:lpstr>
      <vt:lpstr>DengXian</vt:lpstr>
      <vt:lpstr>DengXian</vt:lpstr>
      <vt:lpstr>Gill Sans MT</vt:lpstr>
      <vt:lpstr>华文中宋</vt:lpstr>
      <vt:lpstr>Times New Roman</vt:lpstr>
      <vt:lpstr>Wingdings</vt:lpstr>
      <vt:lpstr>Wingdings 2</vt:lpstr>
      <vt:lpstr>Dividend</vt:lpstr>
      <vt:lpstr>Task 1 UNIVERSITY OF BUEA Faculty Of Engineering and Technology </vt:lpstr>
      <vt:lpstr>Agenda</vt:lpstr>
      <vt:lpstr>INTRODUCTION</vt:lpstr>
      <vt:lpstr>MAJOR TYPES OF MOBILE APPLICATION</vt:lpstr>
      <vt:lpstr>Comparison of Mobile App TypeS</vt:lpstr>
      <vt:lpstr>MOBILE APPLICATION PROGRAMMING LANGUAGES  1/2</vt:lpstr>
      <vt:lpstr>MOBILE APPLICATION PROGRAMMING LANGUAGES  2/2</vt:lpstr>
      <vt:lpstr>MOBILE APPLICATION DEVELOPMENT FRAMEWORKS</vt:lpstr>
      <vt:lpstr>MOBILE APPLICATION ARCHITACTURES AND DESIGN PATTERNS</vt:lpstr>
      <vt:lpstr>Architectural Styles</vt:lpstr>
      <vt:lpstr>Design Patterns for Mobile Development </vt:lpstr>
      <vt:lpstr>USER REQUIREMENTS FOR A MOBILE APPLICATION</vt:lpstr>
      <vt:lpstr>Phases of Requirement Engineering(ER)</vt:lpstr>
      <vt:lpstr>Mobile Application Requirement Benefits</vt:lpstr>
      <vt:lpstr>MOBILE APP DEVELOPMENT COST ESTIMATE</vt:lpstr>
      <vt:lpstr>Key Factors</vt:lpstr>
      <vt:lpstr>Cost Estimation In The Context of Cameroon</vt:lpstr>
      <vt:lpstr>Conclusion</vt:lpstr>
      <vt:lpstr>Thank You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1</dc:title>
  <dc:subject/>
  <dc:creator>User</dc:creator>
  <cp:keywords/>
  <dc:description/>
  <cp:lastModifiedBy>WIN11</cp:lastModifiedBy>
  <cp:revision>47</cp:revision>
  <dcterms:modified xsi:type="dcterms:W3CDTF">2026-04-07T05:19:32Z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0x0101001867FBBEFD40724CA20725D6B3094130</vt:lpwstr>
  </property>
</Properties>
</file>